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85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3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32.png"/><Relationship Id="rId7" Type="http://schemas.openxmlformats.org/officeDocument/2006/relationships/image" Target="../media/image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10" Type="http://schemas.openxmlformats.org/officeDocument/2006/relationships/image" Target="../media/image37.svg"/><Relationship Id="rId4" Type="http://schemas.openxmlformats.org/officeDocument/2006/relationships/image" Target="../media/image33.svg"/><Relationship Id="rId9" Type="http://schemas.openxmlformats.org/officeDocument/2006/relationships/image" Target="../media/image36.pn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0.png"/><Relationship Id="rId7" Type="http://schemas.openxmlformats.org/officeDocument/2006/relationships/image" Target="../media/image1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32.png"/><Relationship Id="rId7" Type="http://schemas.openxmlformats.org/officeDocument/2006/relationships/image" Target="../media/image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10" Type="http://schemas.openxmlformats.org/officeDocument/2006/relationships/image" Target="../media/image37.svg"/><Relationship Id="rId4" Type="http://schemas.openxmlformats.org/officeDocument/2006/relationships/image" Target="../media/image33.svg"/><Relationship Id="rId9" Type="http://schemas.openxmlformats.org/officeDocument/2006/relationships/image" Target="../media/image36.pn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40.png"/><Relationship Id="rId7" Type="http://schemas.openxmlformats.org/officeDocument/2006/relationships/image" Target="../media/image1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D594A1-D3A4-4B8E-83D0-C47019A4F86E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8C0A259-3D60-4914-9343-3C68C3E0A3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Uses React Context to manage global state.</a:t>
          </a:r>
        </a:p>
      </dgm:t>
    </dgm:pt>
    <dgm:pt modelId="{5A8BE81D-9D7C-4E84-94BA-4D2416214DB4}" type="parTrans" cxnId="{0836489F-3B16-44CD-B424-4F4F1B6E2D7B}">
      <dgm:prSet/>
      <dgm:spPr/>
      <dgm:t>
        <a:bodyPr/>
        <a:lstStyle/>
        <a:p>
          <a:endParaRPr lang="en-US"/>
        </a:p>
      </dgm:t>
    </dgm:pt>
    <dgm:pt modelId="{87DD716F-3946-4DE5-A166-734058F73C49}" type="sibTrans" cxnId="{0836489F-3B16-44CD-B424-4F4F1B6E2D7B}">
      <dgm:prSet/>
      <dgm:spPr/>
      <dgm:t>
        <a:bodyPr/>
        <a:lstStyle/>
        <a:p>
          <a:endParaRPr lang="en-US"/>
        </a:p>
      </dgm:t>
    </dgm:pt>
    <dgm:pt modelId="{FC05A0D3-BFDB-44A6-AAEF-E2645EB2CA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Manages 'isAuthenticated' and 'user' states for authentication.</a:t>
          </a:r>
        </a:p>
      </dgm:t>
    </dgm:pt>
    <dgm:pt modelId="{BA7FE7A1-C6C8-40B6-A02A-D258C1EEE50D}" type="parTrans" cxnId="{FCB279D7-CBA9-4CB0-A4B8-19CADF37D68F}">
      <dgm:prSet/>
      <dgm:spPr/>
      <dgm:t>
        <a:bodyPr/>
        <a:lstStyle/>
        <a:p>
          <a:endParaRPr lang="en-US"/>
        </a:p>
      </dgm:t>
    </dgm:pt>
    <dgm:pt modelId="{43813146-E15E-4527-836F-6726049C7823}" type="sibTrans" cxnId="{FCB279D7-CBA9-4CB0-A4B8-19CADF37D68F}">
      <dgm:prSet/>
      <dgm:spPr/>
      <dgm:t>
        <a:bodyPr/>
        <a:lstStyle/>
        <a:p>
          <a:endParaRPr lang="en-US"/>
        </a:p>
      </dgm:t>
    </dgm:pt>
    <dgm:pt modelId="{1E967653-6AFE-422E-B4CB-83F20B772C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Wraps the App component with a Context Provider.</a:t>
          </a:r>
        </a:p>
      </dgm:t>
    </dgm:pt>
    <dgm:pt modelId="{12F3BA3E-BC8A-42DA-8D4D-B90F2FF74B14}" type="parTrans" cxnId="{A041E2B0-A7DF-45DE-993B-5368058C0701}">
      <dgm:prSet/>
      <dgm:spPr/>
      <dgm:t>
        <a:bodyPr/>
        <a:lstStyle/>
        <a:p>
          <a:endParaRPr lang="en-US"/>
        </a:p>
      </dgm:t>
    </dgm:pt>
    <dgm:pt modelId="{B66BC11B-3A7A-484D-96D1-8ABA6570A649}" type="sibTrans" cxnId="{A041E2B0-A7DF-45DE-993B-5368058C0701}">
      <dgm:prSet/>
      <dgm:spPr/>
      <dgm:t>
        <a:bodyPr/>
        <a:lstStyle/>
        <a:p>
          <a:endParaRPr lang="en-US"/>
        </a:p>
      </dgm:t>
    </dgm:pt>
    <dgm:pt modelId="{751E88D3-8861-4AE9-9034-D1D5E0E4E7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Ensures consistent data sharing across components.</a:t>
          </a:r>
        </a:p>
      </dgm:t>
    </dgm:pt>
    <dgm:pt modelId="{D7C32B79-CF46-48A1-BFF1-6ABD68A6524A}" type="parTrans" cxnId="{5F60184A-0C27-455E-80A1-D78FEC52B087}">
      <dgm:prSet/>
      <dgm:spPr/>
      <dgm:t>
        <a:bodyPr/>
        <a:lstStyle/>
        <a:p>
          <a:endParaRPr lang="en-US"/>
        </a:p>
      </dgm:t>
    </dgm:pt>
    <dgm:pt modelId="{9BE66A52-3037-49D2-B0AD-033955984221}" type="sibTrans" cxnId="{5F60184A-0C27-455E-80A1-D78FEC52B087}">
      <dgm:prSet/>
      <dgm:spPr/>
      <dgm:t>
        <a:bodyPr/>
        <a:lstStyle/>
        <a:p>
          <a:endParaRPr lang="en-US"/>
        </a:p>
      </dgm:t>
    </dgm:pt>
    <dgm:pt modelId="{551DB67D-77D5-47E5-9A6E-80C1BA801449}" type="pres">
      <dgm:prSet presAssocID="{BED594A1-D3A4-4B8E-83D0-C47019A4F86E}" presName="root" presStyleCnt="0">
        <dgm:presLayoutVars>
          <dgm:dir/>
          <dgm:resizeHandles val="exact"/>
        </dgm:presLayoutVars>
      </dgm:prSet>
      <dgm:spPr/>
    </dgm:pt>
    <dgm:pt modelId="{365E0404-4CE8-4E58-8993-B3FE0F33B34A}" type="pres">
      <dgm:prSet presAssocID="{18C0A259-3D60-4914-9343-3C68C3E0A3F3}" presName="compNode" presStyleCnt="0"/>
      <dgm:spPr/>
    </dgm:pt>
    <dgm:pt modelId="{50787ED5-DA19-40EC-94F1-EF801DBE00C8}" type="pres">
      <dgm:prSet presAssocID="{18C0A259-3D60-4914-9343-3C68C3E0A3F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1731E683-09BF-43BD-891D-E9D5216FC34B}" type="pres">
      <dgm:prSet presAssocID="{18C0A259-3D60-4914-9343-3C68C3E0A3F3}" presName="spaceRect" presStyleCnt="0"/>
      <dgm:spPr/>
    </dgm:pt>
    <dgm:pt modelId="{A54D5310-25EE-41D2-B8A7-C4C90A168449}" type="pres">
      <dgm:prSet presAssocID="{18C0A259-3D60-4914-9343-3C68C3E0A3F3}" presName="textRect" presStyleLbl="revTx" presStyleIdx="0" presStyleCnt="4">
        <dgm:presLayoutVars>
          <dgm:chMax val="1"/>
          <dgm:chPref val="1"/>
        </dgm:presLayoutVars>
      </dgm:prSet>
      <dgm:spPr/>
    </dgm:pt>
    <dgm:pt modelId="{C0D3E4B4-88D0-4889-AB07-3C3D38AA7EF3}" type="pres">
      <dgm:prSet presAssocID="{87DD716F-3946-4DE5-A166-734058F73C49}" presName="sibTrans" presStyleCnt="0"/>
      <dgm:spPr/>
    </dgm:pt>
    <dgm:pt modelId="{0B979DB4-9E83-4847-9141-A382CC6DDC47}" type="pres">
      <dgm:prSet presAssocID="{FC05A0D3-BFDB-44A6-AAEF-E2645EB2CA7A}" presName="compNode" presStyleCnt="0"/>
      <dgm:spPr/>
    </dgm:pt>
    <dgm:pt modelId="{969683EB-D03A-4D17-9849-655ACBE141A1}" type="pres">
      <dgm:prSet presAssocID="{FC05A0D3-BFDB-44A6-AAEF-E2645EB2CA7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A185466C-7616-419E-8B7F-0F4BEDC45B3C}" type="pres">
      <dgm:prSet presAssocID="{FC05A0D3-BFDB-44A6-AAEF-E2645EB2CA7A}" presName="spaceRect" presStyleCnt="0"/>
      <dgm:spPr/>
    </dgm:pt>
    <dgm:pt modelId="{F5A36C67-62FE-47AA-AEDA-EE96425A5F70}" type="pres">
      <dgm:prSet presAssocID="{FC05A0D3-BFDB-44A6-AAEF-E2645EB2CA7A}" presName="textRect" presStyleLbl="revTx" presStyleIdx="1" presStyleCnt="4">
        <dgm:presLayoutVars>
          <dgm:chMax val="1"/>
          <dgm:chPref val="1"/>
        </dgm:presLayoutVars>
      </dgm:prSet>
      <dgm:spPr/>
    </dgm:pt>
    <dgm:pt modelId="{010E65F5-2839-4641-B72B-8EBFEF8109F5}" type="pres">
      <dgm:prSet presAssocID="{43813146-E15E-4527-836F-6726049C7823}" presName="sibTrans" presStyleCnt="0"/>
      <dgm:spPr/>
    </dgm:pt>
    <dgm:pt modelId="{995F66CB-2E4A-4260-A854-C14BF39A7A10}" type="pres">
      <dgm:prSet presAssocID="{1E967653-6AFE-422E-B4CB-83F20B772C8F}" presName="compNode" presStyleCnt="0"/>
      <dgm:spPr/>
    </dgm:pt>
    <dgm:pt modelId="{F73EEF4A-88D2-41B8-BB09-C84D2F511257}" type="pres">
      <dgm:prSet presAssocID="{1E967653-6AFE-422E-B4CB-83F20B772C8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CDB6D8EE-0500-44CC-8B1C-A5B7778C7766}" type="pres">
      <dgm:prSet presAssocID="{1E967653-6AFE-422E-B4CB-83F20B772C8F}" presName="spaceRect" presStyleCnt="0"/>
      <dgm:spPr/>
    </dgm:pt>
    <dgm:pt modelId="{6D5DCF3F-4F39-45BF-9887-B73B6A0EA095}" type="pres">
      <dgm:prSet presAssocID="{1E967653-6AFE-422E-B4CB-83F20B772C8F}" presName="textRect" presStyleLbl="revTx" presStyleIdx="2" presStyleCnt="4">
        <dgm:presLayoutVars>
          <dgm:chMax val="1"/>
          <dgm:chPref val="1"/>
        </dgm:presLayoutVars>
      </dgm:prSet>
      <dgm:spPr/>
    </dgm:pt>
    <dgm:pt modelId="{40AB66B6-C5DB-4B48-B5B8-3E8459BFC4B1}" type="pres">
      <dgm:prSet presAssocID="{B66BC11B-3A7A-484D-96D1-8ABA6570A649}" presName="sibTrans" presStyleCnt="0"/>
      <dgm:spPr/>
    </dgm:pt>
    <dgm:pt modelId="{540BB3DE-56A3-4A83-B09D-F4F0C0B0AFDC}" type="pres">
      <dgm:prSet presAssocID="{751E88D3-8861-4AE9-9034-D1D5E0E4E71D}" presName="compNode" presStyleCnt="0"/>
      <dgm:spPr/>
    </dgm:pt>
    <dgm:pt modelId="{E23D6774-22D3-4607-947E-BBE895F5068E}" type="pres">
      <dgm:prSet presAssocID="{751E88D3-8861-4AE9-9034-D1D5E0E4E71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A64FF378-F4F0-49B6-B332-D51C21D2CCEA}" type="pres">
      <dgm:prSet presAssocID="{751E88D3-8861-4AE9-9034-D1D5E0E4E71D}" presName="spaceRect" presStyleCnt="0"/>
      <dgm:spPr/>
    </dgm:pt>
    <dgm:pt modelId="{EE054EDE-7E55-4AF4-BBB4-9C0D7CEDEBEF}" type="pres">
      <dgm:prSet presAssocID="{751E88D3-8861-4AE9-9034-D1D5E0E4E71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F60184A-0C27-455E-80A1-D78FEC52B087}" srcId="{BED594A1-D3A4-4B8E-83D0-C47019A4F86E}" destId="{751E88D3-8861-4AE9-9034-D1D5E0E4E71D}" srcOrd="3" destOrd="0" parTransId="{D7C32B79-CF46-48A1-BFF1-6ABD68A6524A}" sibTransId="{9BE66A52-3037-49D2-B0AD-033955984221}"/>
    <dgm:cxn modelId="{3F4B2A76-61D6-427C-8378-218CBDC07FA6}" type="presOf" srcId="{751E88D3-8861-4AE9-9034-D1D5E0E4E71D}" destId="{EE054EDE-7E55-4AF4-BBB4-9C0D7CEDEBEF}" srcOrd="0" destOrd="0" presId="urn:microsoft.com/office/officeart/2018/2/layout/IconLabelList"/>
    <dgm:cxn modelId="{B4B60584-9FAE-43D9-85AC-8C72CC5B55E8}" type="presOf" srcId="{1E967653-6AFE-422E-B4CB-83F20B772C8F}" destId="{6D5DCF3F-4F39-45BF-9887-B73B6A0EA095}" srcOrd="0" destOrd="0" presId="urn:microsoft.com/office/officeart/2018/2/layout/IconLabelList"/>
    <dgm:cxn modelId="{0836489F-3B16-44CD-B424-4F4F1B6E2D7B}" srcId="{BED594A1-D3A4-4B8E-83D0-C47019A4F86E}" destId="{18C0A259-3D60-4914-9343-3C68C3E0A3F3}" srcOrd="0" destOrd="0" parTransId="{5A8BE81D-9D7C-4E84-94BA-4D2416214DB4}" sibTransId="{87DD716F-3946-4DE5-A166-734058F73C49}"/>
    <dgm:cxn modelId="{CA5DA6A1-2D0B-4120-8D52-11D0403B3F26}" type="presOf" srcId="{18C0A259-3D60-4914-9343-3C68C3E0A3F3}" destId="{A54D5310-25EE-41D2-B8A7-C4C90A168449}" srcOrd="0" destOrd="0" presId="urn:microsoft.com/office/officeart/2018/2/layout/IconLabelList"/>
    <dgm:cxn modelId="{A041E2B0-A7DF-45DE-993B-5368058C0701}" srcId="{BED594A1-D3A4-4B8E-83D0-C47019A4F86E}" destId="{1E967653-6AFE-422E-B4CB-83F20B772C8F}" srcOrd="2" destOrd="0" parTransId="{12F3BA3E-BC8A-42DA-8D4D-B90F2FF74B14}" sibTransId="{B66BC11B-3A7A-484D-96D1-8ABA6570A649}"/>
    <dgm:cxn modelId="{C18CADC4-65F3-416E-9A44-B1CFF7B4D3FC}" type="presOf" srcId="{BED594A1-D3A4-4B8E-83D0-C47019A4F86E}" destId="{551DB67D-77D5-47E5-9A6E-80C1BA801449}" srcOrd="0" destOrd="0" presId="urn:microsoft.com/office/officeart/2018/2/layout/IconLabelList"/>
    <dgm:cxn modelId="{35C69BCC-2F45-4149-9CAC-4EF091A6BD94}" type="presOf" srcId="{FC05A0D3-BFDB-44A6-AAEF-E2645EB2CA7A}" destId="{F5A36C67-62FE-47AA-AEDA-EE96425A5F70}" srcOrd="0" destOrd="0" presId="urn:microsoft.com/office/officeart/2018/2/layout/IconLabelList"/>
    <dgm:cxn modelId="{FCB279D7-CBA9-4CB0-A4B8-19CADF37D68F}" srcId="{BED594A1-D3A4-4B8E-83D0-C47019A4F86E}" destId="{FC05A0D3-BFDB-44A6-AAEF-E2645EB2CA7A}" srcOrd="1" destOrd="0" parTransId="{BA7FE7A1-C6C8-40B6-A02A-D258C1EEE50D}" sibTransId="{43813146-E15E-4527-836F-6726049C7823}"/>
    <dgm:cxn modelId="{BB666F6E-0248-4D0D-B9F3-60CB01293951}" type="presParOf" srcId="{551DB67D-77D5-47E5-9A6E-80C1BA801449}" destId="{365E0404-4CE8-4E58-8993-B3FE0F33B34A}" srcOrd="0" destOrd="0" presId="urn:microsoft.com/office/officeart/2018/2/layout/IconLabelList"/>
    <dgm:cxn modelId="{BCAF392C-FFE5-4201-BA36-9E44EF188F2A}" type="presParOf" srcId="{365E0404-4CE8-4E58-8993-B3FE0F33B34A}" destId="{50787ED5-DA19-40EC-94F1-EF801DBE00C8}" srcOrd="0" destOrd="0" presId="urn:microsoft.com/office/officeart/2018/2/layout/IconLabelList"/>
    <dgm:cxn modelId="{F48CB242-4838-4A08-A25F-FB48BD0EA8A8}" type="presParOf" srcId="{365E0404-4CE8-4E58-8993-B3FE0F33B34A}" destId="{1731E683-09BF-43BD-891D-E9D5216FC34B}" srcOrd="1" destOrd="0" presId="urn:microsoft.com/office/officeart/2018/2/layout/IconLabelList"/>
    <dgm:cxn modelId="{E16E5EC7-2254-4F30-98CD-5EA2B844B9A6}" type="presParOf" srcId="{365E0404-4CE8-4E58-8993-B3FE0F33B34A}" destId="{A54D5310-25EE-41D2-B8A7-C4C90A168449}" srcOrd="2" destOrd="0" presId="urn:microsoft.com/office/officeart/2018/2/layout/IconLabelList"/>
    <dgm:cxn modelId="{9ED99740-9921-4272-90B9-C5DB77004FDD}" type="presParOf" srcId="{551DB67D-77D5-47E5-9A6E-80C1BA801449}" destId="{C0D3E4B4-88D0-4889-AB07-3C3D38AA7EF3}" srcOrd="1" destOrd="0" presId="urn:microsoft.com/office/officeart/2018/2/layout/IconLabelList"/>
    <dgm:cxn modelId="{B7C31FFD-4165-48A7-A0B5-C69A5609C13C}" type="presParOf" srcId="{551DB67D-77D5-47E5-9A6E-80C1BA801449}" destId="{0B979DB4-9E83-4847-9141-A382CC6DDC47}" srcOrd="2" destOrd="0" presId="urn:microsoft.com/office/officeart/2018/2/layout/IconLabelList"/>
    <dgm:cxn modelId="{8A207A42-F210-4347-A520-30BECD85AC79}" type="presParOf" srcId="{0B979DB4-9E83-4847-9141-A382CC6DDC47}" destId="{969683EB-D03A-4D17-9849-655ACBE141A1}" srcOrd="0" destOrd="0" presId="urn:microsoft.com/office/officeart/2018/2/layout/IconLabelList"/>
    <dgm:cxn modelId="{66310308-C56F-462E-B1EB-F1151958A958}" type="presParOf" srcId="{0B979DB4-9E83-4847-9141-A382CC6DDC47}" destId="{A185466C-7616-419E-8B7F-0F4BEDC45B3C}" srcOrd="1" destOrd="0" presId="urn:microsoft.com/office/officeart/2018/2/layout/IconLabelList"/>
    <dgm:cxn modelId="{7A6E3AF5-BA50-4A49-8F00-1D93EC891AFB}" type="presParOf" srcId="{0B979DB4-9E83-4847-9141-A382CC6DDC47}" destId="{F5A36C67-62FE-47AA-AEDA-EE96425A5F70}" srcOrd="2" destOrd="0" presId="urn:microsoft.com/office/officeart/2018/2/layout/IconLabelList"/>
    <dgm:cxn modelId="{A000937B-4B12-4335-B15D-F0AD070D8DE2}" type="presParOf" srcId="{551DB67D-77D5-47E5-9A6E-80C1BA801449}" destId="{010E65F5-2839-4641-B72B-8EBFEF8109F5}" srcOrd="3" destOrd="0" presId="urn:microsoft.com/office/officeart/2018/2/layout/IconLabelList"/>
    <dgm:cxn modelId="{71F7FE61-E0BF-446C-9AD7-F9C81B94C43C}" type="presParOf" srcId="{551DB67D-77D5-47E5-9A6E-80C1BA801449}" destId="{995F66CB-2E4A-4260-A854-C14BF39A7A10}" srcOrd="4" destOrd="0" presId="urn:microsoft.com/office/officeart/2018/2/layout/IconLabelList"/>
    <dgm:cxn modelId="{41916FBD-6969-468D-8FFD-5C7DA1E62E1A}" type="presParOf" srcId="{995F66CB-2E4A-4260-A854-C14BF39A7A10}" destId="{F73EEF4A-88D2-41B8-BB09-C84D2F511257}" srcOrd="0" destOrd="0" presId="urn:microsoft.com/office/officeart/2018/2/layout/IconLabelList"/>
    <dgm:cxn modelId="{4A58B8CB-EEF8-495E-AD97-C519B7F5F9FB}" type="presParOf" srcId="{995F66CB-2E4A-4260-A854-C14BF39A7A10}" destId="{CDB6D8EE-0500-44CC-8B1C-A5B7778C7766}" srcOrd="1" destOrd="0" presId="urn:microsoft.com/office/officeart/2018/2/layout/IconLabelList"/>
    <dgm:cxn modelId="{48756E19-2BCE-4A29-A421-E31C03C79978}" type="presParOf" srcId="{995F66CB-2E4A-4260-A854-C14BF39A7A10}" destId="{6D5DCF3F-4F39-45BF-9887-B73B6A0EA095}" srcOrd="2" destOrd="0" presId="urn:microsoft.com/office/officeart/2018/2/layout/IconLabelList"/>
    <dgm:cxn modelId="{8A853E36-17E6-4767-95E2-D76EE0F8B04F}" type="presParOf" srcId="{551DB67D-77D5-47E5-9A6E-80C1BA801449}" destId="{40AB66B6-C5DB-4B48-B5B8-3E8459BFC4B1}" srcOrd="5" destOrd="0" presId="urn:microsoft.com/office/officeart/2018/2/layout/IconLabelList"/>
    <dgm:cxn modelId="{A4CEE41F-3A71-4690-AB8F-9CEDF55B36F8}" type="presParOf" srcId="{551DB67D-77D5-47E5-9A6E-80C1BA801449}" destId="{540BB3DE-56A3-4A83-B09D-F4F0C0B0AFDC}" srcOrd="6" destOrd="0" presId="urn:microsoft.com/office/officeart/2018/2/layout/IconLabelList"/>
    <dgm:cxn modelId="{302FC184-5D09-4101-A118-D1C16D4C794A}" type="presParOf" srcId="{540BB3DE-56A3-4A83-B09D-F4F0C0B0AFDC}" destId="{E23D6774-22D3-4607-947E-BBE895F5068E}" srcOrd="0" destOrd="0" presId="urn:microsoft.com/office/officeart/2018/2/layout/IconLabelList"/>
    <dgm:cxn modelId="{6F9BDD9E-30A6-4F17-9EB2-9D94CC48C7C7}" type="presParOf" srcId="{540BB3DE-56A3-4A83-B09D-F4F0C0B0AFDC}" destId="{A64FF378-F4F0-49B6-B332-D51C21D2CCEA}" srcOrd="1" destOrd="0" presId="urn:microsoft.com/office/officeart/2018/2/layout/IconLabelList"/>
    <dgm:cxn modelId="{6D27DD5F-ED4E-491A-B2BB-4E1217DEE25D}" type="presParOf" srcId="{540BB3DE-56A3-4A83-B09D-F4F0C0B0AFDC}" destId="{EE054EDE-7E55-4AF4-BBB4-9C0D7CEDEBE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EAE1C1D-7F28-4E3D-AFFD-66591943AF45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1F59DBF-E115-46C4-B22C-691CB4252E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The AppWrapper component initializes state values.</a:t>
          </a:r>
        </a:p>
      </dgm:t>
    </dgm:pt>
    <dgm:pt modelId="{0C24117D-BF82-4619-B4D2-6FA85358F1BD}" type="parTrans" cxnId="{AAB159CD-DED3-4D2C-87F6-EB9DA7B16486}">
      <dgm:prSet/>
      <dgm:spPr/>
      <dgm:t>
        <a:bodyPr/>
        <a:lstStyle/>
        <a:p>
          <a:endParaRPr lang="en-US"/>
        </a:p>
      </dgm:t>
    </dgm:pt>
    <dgm:pt modelId="{21716C7E-5147-4CB2-B1FD-8870D4B35910}" type="sibTrans" cxnId="{AAB159CD-DED3-4D2C-87F6-EB9DA7B16486}">
      <dgm:prSet/>
      <dgm:spPr/>
      <dgm:t>
        <a:bodyPr/>
        <a:lstStyle/>
        <a:p>
          <a:endParaRPr lang="en-US"/>
        </a:p>
      </dgm:t>
    </dgm:pt>
    <dgm:pt modelId="{9FEA7E71-F9A1-44A5-83C9-14937A5E52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ReactDOM renders AppWrapper into the root DOM node.</a:t>
          </a:r>
        </a:p>
      </dgm:t>
    </dgm:pt>
    <dgm:pt modelId="{822BAB69-31F0-4C14-8F39-AEAFA651F799}" type="parTrans" cxnId="{2C5E477D-2F16-4A44-BA38-492B1036663A}">
      <dgm:prSet/>
      <dgm:spPr/>
      <dgm:t>
        <a:bodyPr/>
        <a:lstStyle/>
        <a:p>
          <a:endParaRPr lang="en-US"/>
        </a:p>
      </dgm:t>
    </dgm:pt>
    <dgm:pt modelId="{855A0490-2B72-4F43-988A-4B9589E6D1FF}" type="sibTrans" cxnId="{2C5E477D-2F16-4A44-BA38-492B1036663A}">
      <dgm:prSet/>
      <dgm:spPr/>
      <dgm:t>
        <a:bodyPr/>
        <a:lstStyle/>
        <a:p>
          <a:endParaRPr lang="en-US"/>
        </a:p>
      </dgm:t>
    </dgm:pt>
    <dgm:pt modelId="{E6426380-40A1-4A7C-8A43-15A0F9BB87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Supports scalable React applications with global state management.</a:t>
          </a:r>
        </a:p>
      </dgm:t>
    </dgm:pt>
    <dgm:pt modelId="{4403C0E0-E508-4693-9C26-4EF411876459}" type="parTrans" cxnId="{BF86485A-C21C-4976-B8EC-34DCDABCE82D}">
      <dgm:prSet/>
      <dgm:spPr/>
      <dgm:t>
        <a:bodyPr/>
        <a:lstStyle/>
        <a:p>
          <a:endParaRPr lang="en-US"/>
        </a:p>
      </dgm:t>
    </dgm:pt>
    <dgm:pt modelId="{303C1F4C-6F38-4638-B3D8-7EC961EAA1C4}" type="sibTrans" cxnId="{BF86485A-C21C-4976-B8EC-34DCDABCE82D}">
      <dgm:prSet/>
      <dgm:spPr/>
      <dgm:t>
        <a:bodyPr/>
        <a:lstStyle/>
        <a:p>
          <a:endParaRPr lang="en-US"/>
        </a:p>
      </dgm:t>
    </dgm:pt>
    <dgm:pt modelId="{AA93D394-1DE3-4A1E-B0DF-2449F0E9199B}" type="pres">
      <dgm:prSet presAssocID="{DEAE1C1D-7F28-4E3D-AFFD-66591943AF45}" presName="root" presStyleCnt="0">
        <dgm:presLayoutVars>
          <dgm:dir/>
          <dgm:resizeHandles val="exact"/>
        </dgm:presLayoutVars>
      </dgm:prSet>
      <dgm:spPr/>
    </dgm:pt>
    <dgm:pt modelId="{39CEFB46-6589-4D10-8026-4107690B793D}" type="pres">
      <dgm:prSet presAssocID="{31F59DBF-E115-46C4-B22C-691CB4252E4E}" presName="compNode" presStyleCnt="0"/>
      <dgm:spPr/>
    </dgm:pt>
    <dgm:pt modelId="{EBC1E8CD-AFDD-420F-B17D-900FF7E3CB8A}" type="pres">
      <dgm:prSet presAssocID="{31F59DBF-E115-46C4-B22C-691CB4252E4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6BE6BE1D-04A8-4F87-BE1A-553CD9B17FBC}" type="pres">
      <dgm:prSet presAssocID="{31F59DBF-E115-46C4-B22C-691CB4252E4E}" presName="spaceRect" presStyleCnt="0"/>
      <dgm:spPr/>
    </dgm:pt>
    <dgm:pt modelId="{AFB47A53-0E7E-4C78-B658-BBAB85E0E80C}" type="pres">
      <dgm:prSet presAssocID="{31F59DBF-E115-46C4-B22C-691CB4252E4E}" presName="textRect" presStyleLbl="revTx" presStyleIdx="0" presStyleCnt="3">
        <dgm:presLayoutVars>
          <dgm:chMax val="1"/>
          <dgm:chPref val="1"/>
        </dgm:presLayoutVars>
      </dgm:prSet>
      <dgm:spPr/>
    </dgm:pt>
    <dgm:pt modelId="{CFC82283-B88D-47DD-AA50-C655DE1298B7}" type="pres">
      <dgm:prSet presAssocID="{21716C7E-5147-4CB2-B1FD-8870D4B35910}" presName="sibTrans" presStyleCnt="0"/>
      <dgm:spPr/>
    </dgm:pt>
    <dgm:pt modelId="{BB54A047-0793-466A-BD7B-11FC99D7EF55}" type="pres">
      <dgm:prSet presAssocID="{9FEA7E71-F9A1-44A5-83C9-14937A5E5230}" presName="compNode" presStyleCnt="0"/>
      <dgm:spPr/>
    </dgm:pt>
    <dgm:pt modelId="{4B7E5971-32D6-41D8-A40C-5BF3CD9E88EC}" type="pres">
      <dgm:prSet presAssocID="{9FEA7E71-F9A1-44A5-83C9-14937A5E523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01A031C2-3E1F-4B7C-854F-55836F7B3785}" type="pres">
      <dgm:prSet presAssocID="{9FEA7E71-F9A1-44A5-83C9-14937A5E5230}" presName="spaceRect" presStyleCnt="0"/>
      <dgm:spPr/>
    </dgm:pt>
    <dgm:pt modelId="{41317E32-AE4D-430B-A0B1-F188C972186D}" type="pres">
      <dgm:prSet presAssocID="{9FEA7E71-F9A1-44A5-83C9-14937A5E5230}" presName="textRect" presStyleLbl="revTx" presStyleIdx="1" presStyleCnt="3">
        <dgm:presLayoutVars>
          <dgm:chMax val="1"/>
          <dgm:chPref val="1"/>
        </dgm:presLayoutVars>
      </dgm:prSet>
      <dgm:spPr/>
    </dgm:pt>
    <dgm:pt modelId="{413DDA66-2D4D-4115-8898-DB05B675272E}" type="pres">
      <dgm:prSet presAssocID="{855A0490-2B72-4F43-988A-4B9589E6D1FF}" presName="sibTrans" presStyleCnt="0"/>
      <dgm:spPr/>
    </dgm:pt>
    <dgm:pt modelId="{1FF13F23-D5CA-4C59-8248-E37F9C89E8CE}" type="pres">
      <dgm:prSet presAssocID="{E6426380-40A1-4A7C-8A43-15A0F9BB8743}" presName="compNode" presStyleCnt="0"/>
      <dgm:spPr/>
    </dgm:pt>
    <dgm:pt modelId="{84094526-E813-408D-83FE-8516A24858A9}" type="pres">
      <dgm:prSet presAssocID="{E6426380-40A1-4A7C-8A43-15A0F9BB874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AC567954-A279-4F37-BDA4-39F69B311375}" type="pres">
      <dgm:prSet presAssocID="{E6426380-40A1-4A7C-8A43-15A0F9BB8743}" presName="spaceRect" presStyleCnt="0"/>
      <dgm:spPr/>
    </dgm:pt>
    <dgm:pt modelId="{001E50FD-3583-4822-B07B-1807478168A9}" type="pres">
      <dgm:prSet presAssocID="{E6426380-40A1-4A7C-8A43-15A0F9BB874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1496935-DB17-4CD1-84EB-C3244A171691}" type="presOf" srcId="{DEAE1C1D-7F28-4E3D-AFFD-66591943AF45}" destId="{AA93D394-1DE3-4A1E-B0DF-2449F0E9199B}" srcOrd="0" destOrd="0" presId="urn:microsoft.com/office/officeart/2018/2/layout/IconLabelList"/>
    <dgm:cxn modelId="{BF86485A-C21C-4976-B8EC-34DCDABCE82D}" srcId="{DEAE1C1D-7F28-4E3D-AFFD-66591943AF45}" destId="{E6426380-40A1-4A7C-8A43-15A0F9BB8743}" srcOrd="2" destOrd="0" parTransId="{4403C0E0-E508-4693-9C26-4EF411876459}" sibTransId="{303C1F4C-6F38-4638-B3D8-7EC961EAA1C4}"/>
    <dgm:cxn modelId="{2C5E477D-2F16-4A44-BA38-492B1036663A}" srcId="{DEAE1C1D-7F28-4E3D-AFFD-66591943AF45}" destId="{9FEA7E71-F9A1-44A5-83C9-14937A5E5230}" srcOrd="1" destOrd="0" parTransId="{822BAB69-31F0-4C14-8F39-AEAFA651F799}" sibTransId="{855A0490-2B72-4F43-988A-4B9589E6D1FF}"/>
    <dgm:cxn modelId="{9FD9398E-1CA9-4026-A5DF-0E7C300E79C8}" type="presOf" srcId="{E6426380-40A1-4A7C-8A43-15A0F9BB8743}" destId="{001E50FD-3583-4822-B07B-1807478168A9}" srcOrd="0" destOrd="0" presId="urn:microsoft.com/office/officeart/2018/2/layout/IconLabelList"/>
    <dgm:cxn modelId="{9D2506C1-6832-410C-A249-D24BA97BC5B7}" type="presOf" srcId="{31F59DBF-E115-46C4-B22C-691CB4252E4E}" destId="{AFB47A53-0E7E-4C78-B658-BBAB85E0E80C}" srcOrd="0" destOrd="0" presId="urn:microsoft.com/office/officeart/2018/2/layout/IconLabelList"/>
    <dgm:cxn modelId="{AAB159CD-DED3-4D2C-87F6-EB9DA7B16486}" srcId="{DEAE1C1D-7F28-4E3D-AFFD-66591943AF45}" destId="{31F59DBF-E115-46C4-B22C-691CB4252E4E}" srcOrd="0" destOrd="0" parTransId="{0C24117D-BF82-4619-B4D2-6FA85358F1BD}" sibTransId="{21716C7E-5147-4CB2-B1FD-8870D4B35910}"/>
    <dgm:cxn modelId="{DE3C1EDE-4453-4470-A887-DBFC402A7505}" type="presOf" srcId="{9FEA7E71-F9A1-44A5-83C9-14937A5E5230}" destId="{41317E32-AE4D-430B-A0B1-F188C972186D}" srcOrd="0" destOrd="0" presId="urn:microsoft.com/office/officeart/2018/2/layout/IconLabelList"/>
    <dgm:cxn modelId="{4847A5B1-CA81-4F96-8966-617A99786953}" type="presParOf" srcId="{AA93D394-1DE3-4A1E-B0DF-2449F0E9199B}" destId="{39CEFB46-6589-4D10-8026-4107690B793D}" srcOrd="0" destOrd="0" presId="urn:microsoft.com/office/officeart/2018/2/layout/IconLabelList"/>
    <dgm:cxn modelId="{696E7F51-4060-4A42-B789-58125746FA9F}" type="presParOf" srcId="{39CEFB46-6589-4D10-8026-4107690B793D}" destId="{EBC1E8CD-AFDD-420F-B17D-900FF7E3CB8A}" srcOrd="0" destOrd="0" presId="urn:microsoft.com/office/officeart/2018/2/layout/IconLabelList"/>
    <dgm:cxn modelId="{53B1D5CA-5A56-46D6-BF51-88F9E770202C}" type="presParOf" srcId="{39CEFB46-6589-4D10-8026-4107690B793D}" destId="{6BE6BE1D-04A8-4F87-BE1A-553CD9B17FBC}" srcOrd="1" destOrd="0" presId="urn:microsoft.com/office/officeart/2018/2/layout/IconLabelList"/>
    <dgm:cxn modelId="{8AD17F01-201A-437D-AD09-953212969F67}" type="presParOf" srcId="{39CEFB46-6589-4D10-8026-4107690B793D}" destId="{AFB47A53-0E7E-4C78-B658-BBAB85E0E80C}" srcOrd="2" destOrd="0" presId="urn:microsoft.com/office/officeart/2018/2/layout/IconLabelList"/>
    <dgm:cxn modelId="{83FBD112-CE44-4391-95B3-1064528855AA}" type="presParOf" srcId="{AA93D394-1DE3-4A1E-B0DF-2449F0E9199B}" destId="{CFC82283-B88D-47DD-AA50-C655DE1298B7}" srcOrd="1" destOrd="0" presId="urn:microsoft.com/office/officeart/2018/2/layout/IconLabelList"/>
    <dgm:cxn modelId="{90874990-1311-4734-9EDF-714BD20070DD}" type="presParOf" srcId="{AA93D394-1DE3-4A1E-B0DF-2449F0E9199B}" destId="{BB54A047-0793-466A-BD7B-11FC99D7EF55}" srcOrd="2" destOrd="0" presId="urn:microsoft.com/office/officeart/2018/2/layout/IconLabelList"/>
    <dgm:cxn modelId="{47A67687-D6F8-475D-87EB-425F827E5A10}" type="presParOf" srcId="{BB54A047-0793-466A-BD7B-11FC99D7EF55}" destId="{4B7E5971-32D6-41D8-A40C-5BF3CD9E88EC}" srcOrd="0" destOrd="0" presId="urn:microsoft.com/office/officeart/2018/2/layout/IconLabelList"/>
    <dgm:cxn modelId="{F2604A66-FEA6-4273-B855-CFFBAF302CD3}" type="presParOf" srcId="{BB54A047-0793-466A-BD7B-11FC99D7EF55}" destId="{01A031C2-3E1F-4B7C-854F-55836F7B3785}" srcOrd="1" destOrd="0" presId="urn:microsoft.com/office/officeart/2018/2/layout/IconLabelList"/>
    <dgm:cxn modelId="{7AEE7BA8-4406-4F0B-9CD1-81511CFBEC26}" type="presParOf" srcId="{BB54A047-0793-466A-BD7B-11FC99D7EF55}" destId="{41317E32-AE4D-430B-A0B1-F188C972186D}" srcOrd="2" destOrd="0" presId="urn:microsoft.com/office/officeart/2018/2/layout/IconLabelList"/>
    <dgm:cxn modelId="{9BB0A3B9-DE02-4683-9BC4-0A8560E15E2E}" type="presParOf" srcId="{AA93D394-1DE3-4A1E-B0DF-2449F0E9199B}" destId="{413DDA66-2D4D-4115-8898-DB05B675272E}" srcOrd="3" destOrd="0" presId="urn:microsoft.com/office/officeart/2018/2/layout/IconLabelList"/>
    <dgm:cxn modelId="{82622C9A-F548-4B4C-A118-EEB8E56BFEBE}" type="presParOf" srcId="{AA93D394-1DE3-4A1E-B0DF-2449F0E9199B}" destId="{1FF13F23-D5CA-4C59-8248-E37F9C89E8CE}" srcOrd="4" destOrd="0" presId="urn:microsoft.com/office/officeart/2018/2/layout/IconLabelList"/>
    <dgm:cxn modelId="{8D93F9B0-81B1-4E6E-91AB-DDABF51E7684}" type="presParOf" srcId="{1FF13F23-D5CA-4C59-8248-E37F9C89E8CE}" destId="{84094526-E813-408D-83FE-8516A24858A9}" srcOrd="0" destOrd="0" presId="urn:microsoft.com/office/officeart/2018/2/layout/IconLabelList"/>
    <dgm:cxn modelId="{A97A7426-F06C-4968-B34C-C9E324936DE7}" type="presParOf" srcId="{1FF13F23-D5CA-4C59-8248-E37F9C89E8CE}" destId="{AC567954-A279-4F37-BDA4-39F69B311375}" srcOrd="1" destOrd="0" presId="urn:microsoft.com/office/officeart/2018/2/layout/IconLabelList"/>
    <dgm:cxn modelId="{CA833B08-C478-450B-87E3-C362A6A6710C}" type="presParOf" srcId="{1FF13F23-D5CA-4C59-8248-E37F9C89E8CE}" destId="{001E50FD-3583-4822-B07B-1807478168A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1478C0A-0414-4A61-A9A8-2944977438B4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9B8974E-1FD9-4182-92D1-B6B8D4D5A9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Creates a user-friendly form for scheduling appointments.</a:t>
          </a:r>
        </a:p>
      </dgm:t>
    </dgm:pt>
    <dgm:pt modelId="{C3C0C587-C4AC-4B47-AAE4-1DA9803C0FA0}" type="parTrans" cxnId="{ED400B94-A056-4A83-B2E9-96648B2A84CC}">
      <dgm:prSet/>
      <dgm:spPr/>
      <dgm:t>
        <a:bodyPr/>
        <a:lstStyle/>
        <a:p>
          <a:endParaRPr lang="en-US"/>
        </a:p>
      </dgm:t>
    </dgm:pt>
    <dgm:pt modelId="{D82B8E98-2505-43CD-9863-89EFA33656D5}" type="sibTrans" cxnId="{ED400B94-A056-4A83-B2E9-96648B2A84CC}">
      <dgm:prSet/>
      <dgm:spPr/>
      <dgm:t>
        <a:bodyPr/>
        <a:lstStyle/>
        <a:p>
          <a:endParaRPr lang="en-US"/>
        </a:p>
      </dgm:t>
    </dgm:pt>
    <dgm:pt modelId="{CAE4646E-AD77-4C90-8C18-E00568F6AB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Collects input fields: name, email, phone, appointment date, etc.</a:t>
          </a:r>
        </a:p>
      </dgm:t>
    </dgm:pt>
    <dgm:pt modelId="{42D75D07-5DB8-4FB3-B0D8-445E6CFC6C51}" type="parTrans" cxnId="{F6240673-A70E-4F83-B317-7B43D9C89FF7}">
      <dgm:prSet/>
      <dgm:spPr/>
      <dgm:t>
        <a:bodyPr/>
        <a:lstStyle/>
        <a:p>
          <a:endParaRPr lang="en-US"/>
        </a:p>
      </dgm:t>
    </dgm:pt>
    <dgm:pt modelId="{B8102237-FD94-4893-B0F0-7F12EAFF9483}" type="sibTrans" cxnId="{F6240673-A70E-4F83-B317-7B43D9C89FF7}">
      <dgm:prSet/>
      <dgm:spPr/>
      <dgm:t>
        <a:bodyPr/>
        <a:lstStyle/>
        <a:p>
          <a:endParaRPr lang="en-US"/>
        </a:p>
      </dgm:t>
    </dgm:pt>
    <dgm:pt modelId="{41A7EA88-C802-4A4A-AAB0-2D7FB3DF4E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Fetches doctors dynamically based on department selection.</a:t>
          </a:r>
        </a:p>
      </dgm:t>
    </dgm:pt>
    <dgm:pt modelId="{7B4A23C9-96DD-4B73-A641-A5B368010156}" type="parTrans" cxnId="{564BAE25-2DA2-4C66-B772-BDA23D5756E0}">
      <dgm:prSet/>
      <dgm:spPr/>
      <dgm:t>
        <a:bodyPr/>
        <a:lstStyle/>
        <a:p>
          <a:endParaRPr lang="en-US"/>
        </a:p>
      </dgm:t>
    </dgm:pt>
    <dgm:pt modelId="{76EAFF23-9D0B-48C2-A621-00D4E86F2BFE}" type="sibTrans" cxnId="{564BAE25-2DA2-4C66-B772-BDA23D5756E0}">
      <dgm:prSet/>
      <dgm:spPr/>
      <dgm:t>
        <a:bodyPr/>
        <a:lstStyle/>
        <a:p>
          <a:endParaRPr lang="en-US"/>
        </a:p>
      </dgm:t>
    </dgm:pt>
    <dgm:pt modelId="{58869289-2A7C-4C43-BA10-C16D69906DD7}" type="pres">
      <dgm:prSet presAssocID="{F1478C0A-0414-4A61-A9A8-2944977438B4}" presName="root" presStyleCnt="0">
        <dgm:presLayoutVars>
          <dgm:dir/>
          <dgm:resizeHandles val="exact"/>
        </dgm:presLayoutVars>
      </dgm:prSet>
      <dgm:spPr/>
    </dgm:pt>
    <dgm:pt modelId="{D4FCBDD8-75C7-4CA1-9DCE-3B5930988EB9}" type="pres">
      <dgm:prSet presAssocID="{69B8974E-1FD9-4182-92D1-B6B8D4D5A99B}" presName="compNode" presStyleCnt="0"/>
      <dgm:spPr/>
    </dgm:pt>
    <dgm:pt modelId="{C2BA8895-CDC0-4C73-8551-EF10862CC14A}" type="pres">
      <dgm:prSet presAssocID="{69B8974E-1FD9-4182-92D1-B6B8D4D5A99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thly calendar"/>
        </a:ext>
      </dgm:extLst>
    </dgm:pt>
    <dgm:pt modelId="{ECB8B74D-E460-41CD-B24A-D1B08031CD03}" type="pres">
      <dgm:prSet presAssocID="{69B8974E-1FD9-4182-92D1-B6B8D4D5A99B}" presName="spaceRect" presStyleCnt="0"/>
      <dgm:spPr/>
    </dgm:pt>
    <dgm:pt modelId="{6FE0E461-6330-4D13-B858-FCF11A35421E}" type="pres">
      <dgm:prSet presAssocID="{69B8974E-1FD9-4182-92D1-B6B8D4D5A99B}" presName="textRect" presStyleLbl="revTx" presStyleIdx="0" presStyleCnt="3">
        <dgm:presLayoutVars>
          <dgm:chMax val="1"/>
          <dgm:chPref val="1"/>
        </dgm:presLayoutVars>
      </dgm:prSet>
      <dgm:spPr/>
    </dgm:pt>
    <dgm:pt modelId="{0A062D9A-BE83-4F37-A282-608EADC49452}" type="pres">
      <dgm:prSet presAssocID="{D82B8E98-2505-43CD-9863-89EFA33656D5}" presName="sibTrans" presStyleCnt="0"/>
      <dgm:spPr/>
    </dgm:pt>
    <dgm:pt modelId="{9D433478-D1DF-42BB-A274-C04AFE06FF3F}" type="pres">
      <dgm:prSet presAssocID="{CAE4646E-AD77-4C90-8C18-E00568F6AB00}" presName="compNode" presStyleCnt="0"/>
      <dgm:spPr/>
    </dgm:pt>
    <dgm:pt modelId="{0AB0907B-882C-4824-8979-1A483A1CDBE1}" type="pres">
      <dgm:prSet presAssocID="{CAE4646E-AD77-4C90-8C18-E00568F6AB0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980BB332-CA9B-479F-9BA6-9DF3185C8785}" type="pres">
      <dgm:prSet presAssocID="{CAE4646E-AD77-4C90-8C18-E00568F6AB00}" presName="spaceRect" presStyleCnt="0"/>
      <dgm:spPr/>
    </dgm:pt>
    <dgm:pt modelId="{D1A51506-ABCC-4B63-BB74-9719E6EF5247}" type="pres">
      <dgm:prSet presAssocID="{CAE4646E-AD77-4C90-8C18-E00568F6AB00}" presName="textRect" presStyleLbl="revTx" presStyleIdx="1" presStyleCnt="3">
        <dgm:presLayoutVars>
          <dgm:chMax val="1"/>
          <dgm:chPref val="1"/>
        </dgm:presLayoutVars>
      </dgm:prSet>
      <dgm:spPr/>
    </dgm:pt>
    <dgm:pt modelId="{CB058B2D-2A6C-43C4-A962-D504D78D704E}" type="pres">
      <dgm:prSet presAssocID="{B8102237-FD94-4893-B0F0-7F12EAFF9483}" presName="sibTrans" presStyleCnt="0"/>
      <dgm:spPr/>
    </dgm:pt>
    <dgm:pt modelId="{C5E31696-EE53-4DE9-B7AB-99D69FD2AA24}" type="pres">
      <dgm:prSet presAssocID="{41A7EA88-C802-4A4A-AAB0-2D7FB3DF4E99}" presName="compNode" presStyleCnt="0"/>
      <dgm:spPr/>
    </dgm:pt>
    <dgm:pt modelId="{26F6BC5A-D26A-4E3B-8CD3-4221D454A91C}" type="pres">
      <dgm:prSet presAssocID="{41A7EA88-C802-4A4A-AAB0-2D7FB3DF4E9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604F5C2B-D5E6-4B7B-BF6A-AE56AD8A85EA}" type="pres">
      <dgm:prSet presAssocID="{41A7EA88-C802-4A4A-AAB0-2D7FB3DF4E99}" presName="spaceRect" presStyleCnt="0"/>
      <dgm:spPr/>
    </dgm:pt>
    <dgm:pt modelId="{4B116385-80EA-4B62-8A63-78A446ACA362}" type="pres">
      <dgm:prSet presAssocID="{41A7EA88-C802-4A4A-AAB0-2D7FB3DF4E9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0BA6A06-D3F9-4846-ABEE-50AB7A9ADE3B}" type="presOf" srcId="{41A7EA88-C802-4A4A-AAB0-2D7FB3DF4E99}" destId="{4B116385-80EA-4B62-8A63-78A446ACA362}" srcOrd="0" destOrd="0" presId="urn:microsoft.com/office/officeart/2018/2/layout/IconLabelList"/>
    <dgm:cxn modelId="{564BAE25-2DA2-4C66-B772-BDA23D5756E0}" srcId="{F1478C0A-0414-4A61-A9A8-2944977438B4}" destId="{41A7EA88-C802-4A4A-AAB0-2D7FB3DF4E99}" srcOrd="2" destOrd="0" parTransId="{7B4A23C9-96DD-4B73-A641-A5B368010156}" sibTransId="{76EAFF23-9D0B-48C2-A621-00D4E86F2BFE}"/>
    <dgm:cxn modelId="{E996A138-7547-4687-8905-7E0D518C2A56}" type="presOf" srcId="{69B8974E-1FD9-4182-92D1-B6B8D4D5A99B}" destId="{6FE0E461-6330-4D13-B858-FCF11A35421E}" srcOrd="0" destOrd="0" presId="urn:microsoft.com/office/officeart/2018/2/layout/IconLabelList"/>
    <dgm:cxn modelId="{F6240673-A70E-4F83-B317-7B43D9C89FF7}" srcId="{F1478C0A-0414-4A61-A9A8-2944977438B4}" destId="{CAE4646E-AD77-4C90-8C18-E00568F6AB00}" srcOrd="1" destOrd="0" parTransId="{42D75D07-5DB8-4FB3-B0D8-445E6CFC6C51}" sibTransId="{B8102237-FD94-4893-B0F0-7F12EAFF9483}"/>
    <dgm:cxn modelId="{9FE9B256-5DF8-4696-95CC-D4B0670A8E2B}" type="presOf" srcId="{CAE4646E-AD77-4C90-8C18-E00568F6AB00}" destId="{D1A51506-ABCC-4B63-BB74-9719E6EF5247}" srcOrd="0" destOrd="0" presId="urn:microsoft.com/office/officeart/2018/2/layout/IconLabelList"/>
    <dgm:cxn modelId="{ED400B94-A056-4A83-B2E9-96648B2A84CC}" srcId="{F1478C0A-0414-4A61-A9A8-2944977438B4}" destId="{69B8974E-1FD9-4182-92D1-B6B8D4D5A99B}" srcOrd="0" destOrd="0" parTransId="{C3C0C587-C4AC-4B47-AAE4-1DA9803C0FA0}" sibTransId="{D82B8E98-2505-43CD-9863-89EFA33656D5}"/>
    <dgm:cxn modelId="{C6B165B6-2E75-4EEE-AADB-AD700A0FA386}" type="presOf" srcId="{F1478C0A-0414-4A61-A9A8-2944977438B4}" destId="{58869289-2A7C-4C43-BA10-C16D69906DD7}" srcOrd="0" destOrd="0" presId="urn:microsoft.com/office/officeart/2018/2/layout/IconLabelList"/>
    <dgm:cxn modelId="{7163FD81-82CF-4B61-81E7-31A2C9C78F06}" type="presParOf" srcId="{58869289-2A7C-4C43-BA10-C16D69906DD7}" destId="{D4FCBDD8-75C7-4CA1-9DCE-3B5930988EB9}" srcOrd="0" destOrd="0" presId="urn:microsoft.com/office/officeart/2018/2/layout/IconLabelList"/>
    <dgm:cxn modelId="{9047A8A6-C0C0-4DB3-A130-DDEFC57FB66D}" type="presParOf" srcId="{D4FCBDD8-75C7-4CA1-9DCE-3B5930988EB9}" destId="{C2BA8895-CDC0-4C73-8551-EF10862CC14A}" srcOrd="0" destOrd="0" presId="urn:microsoft.com/office/officeart/2018/2/layout/IconLabelList"/>
    <dgm:cxn modelId="{B120429B-ADAD-45FB-B53C-515815E67440}" type="presParOf" srcId="{D4FCBDD8-75C7-4CA1-9DCE-3B5930988EB9}" destId="{ECB8B74D-E460-41CD-B24A-D1B08031CD03}" srcOrd="1" destOrd="0" presId="urn:microsoft.com/office/officeart/2018/2/layout/IconLabelList"/>
    <dgm:cxn modelId="{755A2791-3F72-40A4-A863-EF5B9E662261}" type="presParOf" srcId="{D4FCBDD8-75C7-4CA1-9DCE-3B5930988EB9}" destId="{6FE0E461-6330-4D13-B858-FCF11A35421E}" srcOrd="2" destOrd="0" presId="urn:microsoft.com/office/officeart/2018/2/layout/IconLabelList"/>
    <dgm:cxn modelId="{ED3D2B12-3C65-449C-9250-D963F0DE4912}" type="presParOf" srcId="{58869289-2A7C-4C43-BA10-C16D69906DD7}" destId="{0A062D9A-BE83-4F37-A282-608EADC49452}" srcOrd="1" destOrd="0" presId="urn:microsoft.com/office/officeart/2018/2/layout/IconLabelList"/>
    <dgm:cxn modelId="{C190DC1E-AF91-4502-9F26-88EF4FDBDAE6}" type="presParOf" srcId="{58869289-2A7C-4C43-BA10-C16D69906DD7}" destId="{9D433478-D1DF-42BB-A274-C04AFE06FF3F}" srcOrd="2" destOrd="0" presId="urn:microsoft.com/office/officeart/2018/2/layout/IconLabelList"/>
    <dgm:cxn modelId="{070B0AC3-DD66-40B0-929B-4BC8CF601650}" type="presParOf" srcId="{9D433478-D1DF-42BB-A274-C04AFE06FF3F}" destId="{0AB0907B-882C-4824-8979-1A483A1CDBE1}" srcOrd="0" destOrd="0" presId="urn:microsoft.com/office/officeart/2018/2/layout/IconLabelList"/>
    <dgm:cxn modelId="{E6E88265-158F-47B7-8466-22155C8F1699}" type="presParOf" srcId="{9D433478-D1DF-42BB-A274-C04AFE06FF3F}" destId="{980BB332-CA9B-479F-9BA6-9DF3185C8785}" srcOrd="1" destOrd="0" presId="urn:microsoft.com/office/officeart/2018/2/layout/IconLabelList"/>
    <dgm:cxn modelId="{43F7B4E6-D3D6-4CE5-94E6-7DA0A366721F}" type="presParOf" srcId="{9D433478-D1DF-42BB-A274-C04AFE06FF3F}" destId="{D1A51506-ABCC-4B63-BB74-9719E6EF5247}" srcOrd="2" destOrd="0" presId="urn:microsoft.com/office/officeart/2018/2/layout/IconLabelList"/>
    <dgm:cxn modelId="{2DE5C40D-99A4-4109-9C1F-C8EE05F06226}" type="presParOf" srcId="{58869289-2A7C-4C43-BA10-C16D69906DD7}" destId="{CB058B2D-2A6C-43C4-A962-D504D78D704E}" srcOrd="3" destOrd="0" presId="urn:microsoft.com/office/officeart/2018/2/layout/IconLabelList"/>
    <dgm:cxn modelId="{D8F4A302-6B9F-4FD7-9AFB-B2F99913C557}" type="presParOf" srcId="{58869289-2A7C-4C43-BA10-C16D69906DD7}" destId="{C5E31696-EE53-4DE9-B7AB-99D69FD2AA24}" srcOrd="4" destOrd="0" presId="urn:microsoft.com/office/officeart/2018/2/layout/IconLabelList"/>
    <dgm:cxn modelId="{DAE6D781-859F-451C-82AD-0E6C66AA9A14}" type="presParOf" srcId="{C5E31696-EE53-4DE9-B7AB-99D69FD2AA24}" destId="{26F6BC5A-D26A-4E3B-8CD3-4221D454A91C}" srcOrd="0" destOrd="0" presId="urn:microsoft.com/office/officeart/2018/2/layout/IconLabelList"/>
    <dgm:cxn modelId="{94B14B47-6438-47E0-B633-5C6DE3EAE1E8}" type="presParOf" srcId="{C5E31696-EE53-4DE9-B7AB-99D69FD2AA24}" destId="{604F5C2B-D5E6-4B7B-BF6A-AE56AD8A85EA}" srcOrd="1" destOrd="0" presId="urn:microsoft.com/office/officeart/2018/2/layout/IconLabelList"/>
    <dgm:cxn modelId="{070347A3-AFBB-440E-AE20-3604BAA06EE9}" type="presParOf" srcId="{C5E31696-EE53-4DE9-B7AB-99D69FD2AA24}" destId="{4B116385-80EA-4B62-8A63-78A446ACA36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D65DF3B-5E4F-4BCA-8001-E3477276D381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C9D2735-11F4-442C-B132-F0C90948A5A2}">
      <dgm:prSet/>
      <dgm:spPr/>
      <dgm:t>
        <a:bodyPr/>
        <a:lstStyle/>
        <a:p>
          <a:r>
            <a:rPr lang="en-US" dirty="0"/>
            <a:t>• Uses Axios to send a POST request to the backend.</a:t>
          </a:r>
        </a:p>
      </dgm:t>
    </dgm:pt>
    <dgm:pt modelId="{A8E7B8BF-EEF8-4DC2-9ED2-60B6F43FF10A}" type="parTrans" cxnId="{AF12D7A9-5334-4056-BD64-D2C78529B8FA}">
      <dgm:prSet/>
      <dgm:spPr/>
      <dgm:t>
        <a:bodyPr/>
        <a:lstStyle/>
        <a:p>
          <a:endParaRPr lang="en-US"/>
        </a:p>
      </dgm:t>
    </dgm:pt>
    <dgm:pt modelId="{76FDC837-05A7-4023-8623-4C04F499F0A8}" type="sibTrans" cxnId="{AF12D7A9-5334-4056-BD64-D2C78529B8FA}">
      <dgm:prSet/>
      <dgm:spPr/>
      <dgm:t>
        <a:bodyPr/>
        <a:lstStyle/>
        <a:p>
          <a:endParaRPr lang="en-US"/>
        </a:p>
      </dgm:t>
    </dgm:pt>
    <dgm:pt modelId="{ECC7B8A3-4BDC-4AA1-834A-4E71065ECAD9}">
      <dgm:prSet/>
      <dgm:spPr/>
      <dgm:t>
        <a:bodyPr/>
        <a:lstStyle/>
        <a:p>
          <a:r>
            <a:rPr lang="en-US"/>
            <a:t>• Submits data like user details and appointment date.</a:t>
          </a:r>
        </a:p>
      </dgm:t>
    </dgm:pt>
    <dgm:pt modelId="{9ACC9487-6321-41C2-97FC-00BEA539487A}" type="parTrans" cxnId="{262BF16B-5697-4EA5-A3F9-76DCE2DF82A6}">
      <dgm:prSet/>
      <dgm:spPr/>
      <dgm:t>
        <a:bodyPr/>
        <a:lstStyle/>
        <a:p>
          <a:endParaRPr lang="en-US"/>
        </a:p>
      </dgm:t>
    </dgm:pt>
    <dgm:pt modelId="{FA731C58-31E5-47DF-A3C2-AF5973C74EFA}" type="sibTrans" cxnId="{262BF16B-5697-4EA5-A3F9-76DCE2DF82A6}">
      <dgm:prSet/>
      <dgm:spPr/>
      <dgm:t>
        <a:bodyPr/>
        <a:lstStyle/>
        <a:p>
          <a:endParaRPr lang="en-US"/>
        </a:p>
      </dgm:t>
    </dgm:pt>
    <dgm:pt modelId="{38CB24E7-C225-4733-963C-3926BE2EB6BA}">
      <dgm:prSet/>
      <dgm:spPr/>
      <dgm:t>
        <a:bodyPr/>
        <a:lstStyle/>
        <a:p>
          <a:r>
            <a:rPr lang="en-US"/>
            <a:t>• Validates form fields and resets state upon submission.</a:t>
          </a:r>
        </a:p>
      </dgm:t>
    </dgm:pt>
    <dgm:pt modelId="{4B3F5CC7-F92B-41BE-BFEA-60E8C2CD2C6F}" type="parTrans" cxnId="{C9CEAF97-30D3-4355-93A5-C70C1BF4ABFC}">
      <dgm:prSet/>
      <dgm:spPr/>
      <dgm:t>
        <a:bodyPr/>
        <a:lstStyle/>
        <a:p>
          <a:endParaRPr lang="en-US"/>
        </a:p>
      </dgm:t>
    </dgm:pt>
    <dgm:pt modelId="{C3B1F357-0B45-41B9-A5A1-18A717FB2719}" type="sibTrans" cxnId="{C9CEAF97-30D3-4355-93A5-C70C1BF4ABFC}">
      <dgm:prSet/>
      <dgm:spPr/>
      <dgm:t>
        <a:bodyPr/>
        <a:lstStyle/>
        <a:p>
          <a:endParaRPr lang="en-US"/>
        </a:p>
      </dgm:t>
    </dgm:pt>
    <dgm:pt modelId="{0C456E75-7490-4C35-B0A2-E31F166D6936}">
      <dgm:prSet/>
      <dgm:spPr/>
      <dgm:t>
        <a:bodyPr/>
        <a:lstStyle/>
        <a:p>
          <a:r>
            <a:rPr lang="en-US"/>
            <a:t>• Provides user feedback with 'react-toastify' (success/error).</a:t>
          </a:r>
        </a:p>
      </dgm:t>
    </dgm:pt>
    <dgm:pt modelId="{52660377-D5B3-4DAC-B6FD-6E68514298BC}" type="parTrans" cxnId="{D98B94CD-D547-4459-912B-56353C21F364}">
      <dgm:prSet/>
      <dgm:spPr/>
      <dgm:t>
        <a:bodyPr/>
        <a:lstStyle/>
        <a:p>
          <a:endParaRPr lang="en-US"/>
        </a:p>
      </dgm:t>
    </dgm:pt>
    <dgm:pt modelId="{DFE427BD-BB6A-4CC1-B47B-9052CF68505F}" type="sibTrans" cxnId="{D98B94CD-D547-4459-912B-56353C21F364}">
      <dgm:prSet/>
      <dgm:spPr/>
      <dgm:t>
        <a:bodyPr/>
        <a:lstStyle/>
        <a:p>
          <a:endParaRPr lang="en-US"/>
        </a:p>
      </dgm:t>
    </dgm:pt>
    <dgm:pt modelId="{B3826BC5-C226-437B-8300-56CD3DB03AF4}" type="pres">
      <dgm:prSet presAssocID="{9D65DF3B-5E4F-4BCA-8001-E3477276D381}" presName="diagram" presStyleCnt="0">
        <dgm:presLayoutVars>
          <dgm:dir/>
          <dgm:resizeHandles val="exact"/>
        </dgm:presLayoutVars>
      </dgm:prSet>
      <dgm:spPr/>
    </dgm:pt>
    <dgm:pt modelId="{280380BA-2625-47B8-B540-F6E6EE0B067F}" type="pres">
      <dgm:prSet presAssocID="{7C9D2735-11F4-442C-B132-F0C90948A5A2}" presName="arrow" presStyleLbl="node1" presStyleIdx="0" presStyleCnt="4">
        <dgm:presLayoutVars>
          <dgm:bulletEnabled val="1"/>
        </dgm:presLayoutVars>
      </dgm:prSet>
      <dgm:spPr/>
    </dgm:pt>
    <dgm:pt modelId="{D70EF1B4-8B01-4326-A817-88636732308A}" type="pres">
      <dgm:prSet presAssocID="{ECC7B8A3-4BDC-4AA1-834A-4E71065ECAD9}" presName="arrow" presStyleLbl="node1" presStyleIdx="1" presStyleCnt="4">
        <dgm:presLayoutVars>
          <dgm:bulletEnabled val="1"/>
        </dgm:presLayoutVars>
      </dgm:prSet>
      <dgm:spPr/>
    </dgm:pt>
    <dgm:pt modelId="{BC614B6D-F16A-4523-BC9E-4AA656815492}" type="pres">
      <dgm:prSet presAssocID="{38CB24E7-C225-4733-963C-3926BE2EB6BA}" presName="arrow" presStyleLbl="node1" presStyleIdx="2" presStyleCnt="4">
        <dgm:presLayoutVars>
          <dgm:bulletEnabled val="1"/>
        </dgm:presLayoutVars>
      </dgm:prSet>
      <dgm:spPr/>
    </dgm:pt>
    <dgm:pt modelId="{D83D82E5-AE3A-48D9-94F6-9A52BFD3B439}" type="pres">
      <dgm:prSet presAssocID="{0C456E75-7490-4C35-B0A2-E31F166D6936}" presName="arrow" presStyleLbl="node1" presStyleIdx="3" presStyleCnt="4">
        <dgm:presLayoutVars>
          <dgm:bulletEnabled val="1"/>
        </dgm:presLayoutVars>
      </dgm:prSet>
      <dgm:spPr/>
    </dgm:pt>
  </dgm:ptLst>
  <dgm:cxnLst>
    <dgm:cxn modelId="{E9B83C28-D6C7-4E73-AEC1-C045B4D5EC0B}" type="presOf" srcId="{9D65DF3B-5E4F-4BCA-8001-E3477276D381}" destId="{B3826BC5-C226-437B-8300-56CD3DB03AF4}" srcOrd="0" destOrd="0" presId="urn:microsoft.com/office/officeart/2005/8/layout/arrow5"/>
    <dgm:cxn modelId="{D0FAA145-3EC0-41AD-9B47-77FF28404FA1}" type="presOf" srcId="{ECC7B8A3-4BDC-4AA1-834A-4E71065ECAD9}" destId="{D70EF1B4-8B01-4326-A817-88636732308A}" srcOrd="0" destOrd="0" presId="urn:microsoft.com/office/officeart/2005/8/layout/arrow5"/>
    <dgm:cxn modelId="{262BF16B-5697-4EA5-A3F9-76DCE2DF82A6}" srcId="{9D65DF3B-5E4F-4BCA-8001-E3477276D381}" destId="{ECC7B8A3-4BDC-4AA1-834A-4E71065ECAD9}" srcOrd="1" destOrd="0" parTransId="{9ACC9487-6321-41C2-97FC-00BEA539487A}" sibTransId="{FA731C58-31E5-47DF-A3C2-AF5973C74EFA}"/>
    <dgm:cxn modelId="{9C6A4971-9261-4501-9740-51B3F4BDF139}" type="presOf" srcId="{0C456E75-7490-4C35-B0A2-E31F166D6936}" destId="{D83D82E5-AE3A-48D9-94F6-9A52BFD3B439}" srcOrd="0" destOrd="0" presId="urn:microsoft.com/office/officeart/2005/8/layout/arrow5"/>
    <dgm:cxn modelId="{C9CEAF97-30D3-4355-93A5-C70C1BF4ABFC}" srcId="{9D65DF3B-5E4F-4BCA-8001-E3477276D381}" destId="{38CB24E7-C225-4733-963C-3926BE2EB6BA}" srcOrd="2" destOrd="0" parTransId="{4B3F5CC7-F92B-41BE-BFEA-60E8C2CD2C6F}" sibTransId="{C3B1F357-0B45-41B9-A5A1-18A717FB2719}"/>
    <dgm:cxn modelId="{AF12D7A9-5334-4056-BD64-D2C78529B8FA}" srcId="{9D65DF3B-5E4F-4BCA-8001-E3477276D381}" destId="{7C9D2735-11F4-442C-B132-F0C90948A5A2}" srcOrd="0" destOrd="0" parTransId="{A8E7B8BF-EEF8-4DC2-9ED2-60B6F43FF10A}" sibTransId="{76FDC837-05A7-4023-8623-4C04F499F0A8}"/>
    <dgm:cxn modelId="{C8CDFEC6-3FC3-44EB-B37C-A3B79484959E}" type="presOf" srcId="{38CB24E7-C225-4733-963C-3926BE2EB6BA}" destId="{BC614B6D-F16A-4523-BC9E-4AA656815492}" srcOrd="0" destOrd="0" presId="urn:microsoft.com/office/officeart/2005/8/layout/arrow5"/>
    <dgm:cxn modelId="{D98B94CD-D547-4459-912B-56353C21F364}" srcId="{9D65DF3B-5E4F-4BCA-8001-E3477276D381}" destId="{0C456E75-7490-4C35-B0A2-E31F166D6936}" srcOrd="3" destOrd="0" parTransId="{52660377-D5B3-4DAC-B6FD-6E68514298BC}" sibTransId="{DFE427BD-BB6A-4CC1-B47B-9052CF68505F}"/>
    <dgm:cxn modelId="{8052CCDE-7FE2-463D-B77A-5935F9E7100B}" type="presOf" srcId="{7C9D2735-11F4-442C-B132-F0C90948A5A2}" destId="{280380BA-2625-47B8-B540-F6E6EE0B067F}" srcOrd="0" destOrd="0" presId="urn:microsoft.com/office/officeart/2005/8/layout/arrow5"/>
    <dgm:cxn modelId="{C9AB6577-C25C-4FD0-8232-90BC65E2DAD9}" type="presParOf" srcId="{B3826BC5-C226-437B-8300-56CD3DB03AF4}" destId="{280380BA-2625-47B8-B540-F6E6EE0B067F}" srcOrd="0" destOrd="0" presId="urn:microsoft.com/office/officeart/2005/8/layout/arrow5"/>
    <dgm:cxn modelId="{70C45534-EC7D-4E34-B113-9EDB16A0A460}" type="presParOf" srcId="{B3826BC5-C226-437B-8300-56CD3DB03AF4}" destId="{D70EF1B4-8B01-4326-A817-88636732308A}" srcOrd="1" destOrd="0" presId="urn:microsoft.com/office/officeart/2005/8/layout/arrow5"/>
    <dgm:cxn modelId="{E528FD15-1327-4096-907C-95628F3F915E}" type="presParOf" srcId="{B3826BC5-C226-437B-8300-56CD3DB03AF4}" destId="{BC614B6D-F16A-4523-BC9E-4AA656815492}" srcOrd="2" destOrd="0" presId="urn:microsoft.com/office/officeart/2005/8/layout/arrow5"/>
    <dgm:cxn modelId="{44450B68-25CD-459C-A338-101D566828F9}" type="presParOf" srcId="{B3826BC5-C226-437B-8300-56CD3DB03AF4}" destId="{D83D82E5-AE3A-48D9-94F6-9A52BFD3B439}" srcOrd="3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938D87D-FDA6-42CB-90D9-C564725C51E4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5DAB17-52B2-44A0-8059-7EBB4441411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Fetches doctors using Axios GET request from an API.</a:t>
          </a:r>
        </a:p>
      </dgm:t>
    </dgm:pt>
    <dgm:pt modelId="{62C80A8E-CEC5-4131-B5DD-3CAA69643596}" type="parTrans" cxnId="{8D757D5C-9318-4308-9CE6-C6AD76E2E0A0}">
      <dgm:prSet/>
      <dgm:spPr/>
      <dgm:t>
        <a:bodyPr/>
        <a:lstStyle/>
        <a:p>
          <a:endParaRPr lang="en-US"/>
        </a:p>
      </dgm:t>
    </dgm:pt>
    <dgm:pt modelId="{5008977D-426D-4F3B-A14E-F5AEAB4DFE6E}" type="sibTrans" cxnId="{8D757D5C-9318-4308-9CE6-C6AD76E2E0A0}">
      <dgm:prSet/>
      <dgm:spPr/>
      <dgm:t>
        <a:bodyPr/>
        <a:lstStyle/>
        <a:p>
          <a:endParaRPr lang="en-US"/>
        </a:p>
      </dgm:t>
    </dgm:pt>
    <dgm:pt modelId="{8CE38C52-4E51-49B3-857B-226D99901F3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Filters doctors based on the selected department.</a:t>
          </a:r>
        </a:p>
      </dgm:t>
    </dgm:pt>
    <dgm:pt modelId="{900D3812-E160-4C77-BEE0-00B9A7D0E9A9}" type="parTrans" cxnId="{C682FCF4-0F40-47E0-BE67-EA51BD4238DB}">
      <dgm:prSet/>
      <dgm:spPr/>
      <dgm:t>
        <a:bodyPr/>
        <a:lstStyle/>
        <a:p>
          <a:endParaRPr lang="en-US"/>
        </a:p>
      </dgm:t>
    </dgm:pt>
    <dgm:pt modelId="{2CCD6DC4-CB1B-423F-BEE7-BACA874F7FD8}" type="sibTrans" cxnId="{C682FCF4-0F40-47E0-BE67-EA51BD4238DB}">
      <dgm:prSet/>
      <dgm:spPr/>
      <dgm:t>
        <a:bodyPr/>
        <a:lstStyle/>
        <a:p>
          <a:endParaRPr lang="en-US"/>
        </a:p>
      </dgm:t>
    </dgm:pt>
    <dgm:pt modelId="{957A0494-0939-4A2A-9F9F-40C9BCBFA12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Populates the doctor dropdown dynamically for user selection.</a:t>
          </a:r>
        </a:p>
      </dgm:t>
    </dgm:pt>
    <dgm:pt modelId="{E5A82E12-5C36-441B-98AF-E6FD1A7011FE}" type="parTrans" cxnId="{DDBF587D-C330-4D8C-A398-949320A82C76}">
      <dgm:prSet/>
      <dgm:spPr/>
      <dgm:t>
        <a:bodyPr/>
        <a:lstStyle/>
        <a:p>
          <a:endParaRPr lang="en-US"/>
        </a:p>
      </dgm:t>
    </dgm:pt>
    <dgm:pt modelId="{934FFA5E-4D53-475D-BA81-AE713AE61EA3}" type="sibTrans" cxnId="{DDBF587D-C330-4D8C-A398-949320A82C76}">
      <dgm:prSet/>
      <dgm:spPr/>
      <dgm:t>
        <a:bodyPr/>
        <a:lstStyle/>
        <a:p>
          <a:endParaRPr lang="en-US"/>
        </a:p>
      </dgm:t>
    </dgm:pt>
    <dgm:pt modelId="{8CF8C638-F68F-409D-8E06-DFD095C59E4D}" type="pres">
      <dgm:prSet presAssocID="{6938D87D-FDA6-42CB-90D9-C564725C51E4}" presName="root" presStyleCnt="0">
        <dgm:presLayoutVars>
          <dgm:dir/>
          <dgm:resizeHandles val="exact"/>
        </dgm:presLayoutVars>
      </dgm:prSet>
      <dgm:spPr/>
    </dgm:pt>
    <dgm:pt modelId="{BE6B5805-9304-4518-AA20-2B277F1AF71B}" type="pres">
      <dgm:prSet presAssocID="{2D5DAB17-52B2-44A0-8059-7EBB44414119}" presName="compNode" presStyleCnt="0"/>
      <dgm:spPr/>
    </dgm:pt>
    <dgm:pt modelId="{DD4C4209-C8C2-444D-98D6-D4D90DD179E9}" type="pres">
      <dgm:prSet presAssocID="{2D5DAB17-52B2-44A0-8059-7EBB44414119}" presName="iconBgRect" presStyleLbl="bgShp" presStyleIdx="0" presStyleCnt="3"/>
      <dgm:spPr/>
    </dgm:pt>
    <dgm:pt modelId="{5C3127D3-3FE0-499B-A9A1-00CF706BEA2B}" type="pres">
      <dgm:prSet presAssocID="{2D5DAB17-52B2-44A0-8059-7EBB4441411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6E177F06-D786-4C29-BBC9-82A37DFE42A3}" type="pres">
      <dgm:prSet presAssocID="{2D5DAB17-52B2-44A0-8059-7EBB44414119}" presName="spaceRect" presStyleCnt="0"/>
      <dgm:spPr/>
    </dgm:pt>
    <dgm:pt modelId="{BEAD4D0B-AC27-4E1F-993A-A903BD4C6D2B}" type="pres">
      <dgm:prSet presAssocID="{2D5DAB17-52B2-44A0-8059-7EBB44414119}" presName="textRect" presStyleLbl="revTx" presStyleIdx="0" presStyleCnt="3">
        <dgm:presLayoutVars>
          <dgm:chMax val="1"/>
          <dgm:chPref val="1"/>
        </dgm:presLayoutVars>
      </dgm:prSet>
      <dgm:spPr/>
    </dgm:pt>
    <dgm:pt modelId="{CD2C8064-417D-481B-821C-CBA7705CE3CB}" type="pres">
      <dgm:prSet presAssocID="{5008977D-426D-4F3B-A14E-F5AEAB4DFE6E}" presName="sibTrans" presStyleCnt="0"/>
      <dgm:spPr/>
    </dgm:pt>
    <dgm:pt modelId="{BD0676AD-CE28-4126-BA5F-69DAB668B964}" type="pres">
      <dgm:prSet presAssocID="{8CE38C52-4E51-49B3-857B-226D99901F36}" presName="compNode" presStyleCnt="0"/>
      <dgm:spPr/>
    </dgm:pt>
    <dgm:pt modelId="{F2BB113B-1D0C-4DC1-991A-4D933960E937}" type="pres">
      <dgm:prSet presAssocID="{8CE38C52-4E51-49B3-857B-226D99901F36}" presName="iconBgRect" presStyleLbl="bgShp" presStyleIdx="1" presStyleCnt="3"/>
      <dgm:spPr/>
    </dgm:pt>
    <dgm:pt modelId="{994CA33A-C74A-4AA9-84F3-D1F038F0F51E}" type="pres">
      <dgm:prSet presAssocID="{8CE38C52-4E51-49B3-857B-226D99901F3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BBCDC752-628E-411B-8999-D54FC954FFD6}" type="pres">
      <dgm:prSet presAssocID="{8CE38C52-4E51-49B3-857B-226D99901F36}" presName="spaceRect" presStyleCnt="0"/>
      <dgm:spPr/>
    </dgm:pt>
    <dgm:pt modelId="{960F4FB8-A6F3-4439-858D-9908F5BE2C08}" type="pres">
      <dgm:prSet presAssocID="{8CE38C52-4E51-49B3-857B-226D99901F36}" presName="textRect" presStyleLbl="revTx" presStyleIdx="1" presStyleCnt="3">
        <dgm:presLayoutVars>
          <dgm:chMax val="1"/>
          <dgm:chPref val="1"/>
        </dgm:presLayoutVars>
      </dgm:prSet>
      <dgm:spPr/>
    </dgm:pt>
    <dgm:pt modelId="{6FD7A8CC-1B3D-4824-9A50-7B3B3789FFE6}" type="pres">
      <dgm:prSet presAssocID="{2CCD6DC4-CB1B-423F-BEE7-BACA874F7FD8}" presName="sibTrans" presStyleCnt="0"/>
      <dgm:spPr/>
    </dgm:pt>
    <dgm:pt modelId="{BE56DC3C-61DA-496A-9D5D-2F7F94EA460C}" type="pres">
      <dgm:prSet presAssocID="{957A0494-0939-4A2A-9F9F-40C9BCBFA120}" presName="compNode" presStyleCnt="0"/>
      <dgm:spPr/>
    </dgm:pt>
    <dgm:pt modelId="{20A58034-5E3B-4074-927F-94A18727B36D}" type="pres">
      <dgm:prSet presAssocID="{957A0494-0939-4A2A-9F9F-40C9BCBFA120}" presName="iconBgRect" presStyleLbl="bgShp" presStyleIdx="2" presStyleCnt="3"/>
      <dgm:spPr/>
    </dgm:pt>
    <dgm:pt modelId="{EA6EFD47-074F-4E5B-B195-448454707F3A}" type="pres">
      <dgm:prSet presAssocID="{957A0494-0939-4A2A-9F9F-40C9BCBFA12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319BF741-C71F-491D-9765-A6DE315AC3A5}" type="pres">
      <dgm:prSet presAssocID="{957A0494-0939-4A2A-9F9F-40C9BCBFA120}" presName="spaceRect" presStyleCnt="0"/>
      <dgm:spPr/>
    </dgm:pt>
    <dgm:pt modelId="{2AA4818B-4B1A-409A-BAC6-0673DDFB9E0D}" type="pres">
      <dgm:prSet presAssocID="{957A0494-0939-4A2A-9F9F-40C9BCBFA12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7F6CB2D-3180-4A3A-AB38-9B3F9AEE1079}" type="presOf" srcId="{6938D87D-FDA6-42CB-90D9-C564725C51E4}" destId="{8CF8C638-F68F-409D-8E06-DFD095C59E4D}" srcOrd="0" destOrd="0" presId="urn:microsoft.com/office/officeart/2018/5/layout/IconCircleLabelList"/>
    <dgm:cxn modelId="{8D757D5C-9318-4308-9CE6-C6AD76E2E0A0}" srcId="{6938D87D-FDA6-42CB-90D9-C564725C51E4}" destId="{2D5DAB17-52B2-44A0-8059-7EBB44414119}" srcOrd="0" destOrd="0" parTransId="{62C80A8E-CEC5-4131-B5DD-3CAA69643596}" sibTransId="{5008977D-426D-4F3B-A14E-F5AEAB4DFE6E}"/>
    <dgm:cxn modelId="{86841D51-AA3E-4C22-82D2-AF680D4C5836}" type="presOf" srcId="{957A0494-0939-4A2A-9F9F-40C9BCBFA120}" destId="{2AA4818B-4B1A-409A-BAC6-0673DDFB9E0D}" srcOrd="0" destOrd="0" presId="urn:microsoft.com/office/officeart/2018/5/layout/IconCircleLabelList"/>
    <dgm:cxn modelId="{DDBF587D-C330-4D8C-A398-949320A82C76}" srcId="{6938D87D-FDA6-42CB-90D9-C564725C51E4}" destId="{957A0494-0939-4A2A-9F9F-40C9BCBFA120}" srcOrd="2" destOrd="0" parTransId="{E5A82E12-5C36-441B-98AF-E6FD1A7011FE}" sibTransId="{934FFA5E-4D53-475D-BA81-AE713AE61EA3}"/>
    <dgm:cxn modelId="{CA664196-F15E-4667-B097-343ABEA6DE44}" type="presOf" srcId="{8CE38C52-4E51-49B3-857B-226D99901F36}" destId="{960F4FB8-A6F3-4439-858D-9908F5BE2C08}" srcOrd="0" destOrd="0" presId="urn:microsoft.com/office/officeart/2018/5/layout/IconCircleLabelList"/>
    <dgm:cxn modelId="{CDF7EFB4-5EB3-4883-9266-F783152569A7}" type="presOf" srcId="{2D5DAB17-52B2-44A0-8059-7EBB44414119}" destId="{BEAD4D0B-AC27-4E1F-993A-A903BD4C6D2B}" srcOrd="0" destOrd="0" presId="urn:microsoft.com/office/officeart/2018/5/layout/IconCircleLabelList"/>
    <dgm:cxn modelId="{C682FCF4-0F40-47E0-BE67-EA51BD4238DB}" srcId="{6938D87D-FDA6-42CB-90D9-C564725C51E4}" destId="{8CE38C52-4E51-49B3-857B-226D99901F36}" srcOrd="1" destOrd="0" parTransId="{900D3812-E160-4C77-BEE0-00B9A7D0E9A9}" sibTransId="{2CCD6DC4-CB1B-423F-BEE7-BACA874F7FD8}"/>
    <dgm:cxn modelId="{E441203D-DB78-4090-8193-DF979AAEE209}" type="presParOf" srcId="{8CF8C638-F68F-409D-8E06-DFD095C59E4D}" destId="{BE6B5805-9304-4518-AA20-2B277F1AF71B}" srcOrd="0" destOrd="0" presId="urn:microsoft.com/office/officeart/2018/5/layout/IconCircleLabelList"/>
    <dgm:cxn modelId="{8472820F-C078-4419-B76D-A2269137678D}" type="presParOf" srcId="{BE6B5805-9304-4518-AA20-2B277F1AF71B}" destId="{DD4C4209-C8C2-444D-98D6-D4D90DD179E9}" srcOrd="0" destOrd="0" presId="urn:microsoft.com/office/officeart/2018/5/layout/IconCircleLabelList"/>
    <dgm:cxn modelId="{91DB02ED-BEB0-4CF1-A3D5-8A65C2F68FCE}" type="presParOf" srcId="{BE6B5805-9304-4518-AA20-2B277F1AF71B}" destId="{5C3127D3-3FE0-499B-A9A1-00CF706BEA2B}" srcOrd="1" destOrd="0" presId="urn:microsoft.com/office/officeart/2018/5/layout/IconCircleLabelList"/>
    <dgm:cxn modelId="{B2E4F5B1-3004-4A3D-8A72-CCB14F359FB7}" type="presParOf" srcId="{BE6B5805-9304-4518-AA20-2B277F1AF71B}" destId="{6E177F06-D786-4C29-BBC9-82A37DFE42A3}" srcOrd="2" destOrd="0" presId="urn:microsoft.com/office/officeart/2018/5/layout/IconCircleLabelList"/>
    <dgm:cxn modelId="{EC1DD082-ED09-40DE-89E8-D3A4541F1919}" type="presParOf" srcId="{BE6B5805-9304-4518-AA20-2B277F1AF71B}" destId="{BEAD4D0B-AC27-4E1F-993A-A903BD4C6D2B}" srcOrd="3" destOrd="0" presId="urn:microsoft.com/office/officeart/2018/5/layout/IconCircleLabelList"/>
    <dgm:cxn modelId="{93593148-0A4E-43EE-8B84-7AFCA15B5F76}" type="presParOf" srcId="{8CF8C638-F68F-409D-8E06-DFD095C59E4D}" destId="{CD2C8064-417D-481B-821C-CBA7705CE3CB}" srcOrd="1" destOrd="0" presId="urn:microsoft.com/office/officeart/2018/5/layout/IconCircleLabelList"/>
    <dgm:cxn modelId="{A7E4DDE2-8552-4FFA-8FC0-3553C08AD678}" type="presParOf" srcId="{8CF8C638-F68F-409D-8E06-DFD095C59E4D}" destId="{BD0676AD-CE28-4126-BA5F-69DAB668B964}" srcOrd="2" destOrd="0" presId="urn:microsoft.com/office/officeart/2018/5/layout/IconCircleLabelList"/>
    <dgm:cxn modelId="{2163DE2F-47F1-49A2-BB86-6200242DDB65}" type="presParOf" srcId="{BD0676AD-CE28-4126-BA5F-69DAB668B964}" destId="{F2BB113B-1D0C-4DC1-991A-4D933960E937}" srcOrd="0" destOrd="0" presId="urn:microsoft.com/office/officeart/2018/5/layout/IconCircleLabelList"/>
    <dgm:cxn modelId="{85B101FC-5803-488F-9865-9FCC5AF75899}" type="presParOf" srcId="{BD0676AD-CE28-4126-BA5F-69DAB668B964}" destId="{994CA33A-C74A-4AA9-84F3-D1F038F0F51E}" srcOrd="1" destOrd="0" presId="urn:microsoft.com/office/officeart/2018/5/layout/IconCircleLabelList"/>
    <dgm:cxn modelId="{E64050C9-6A94-437C-BEAC-306F43582C13}" type="presParOf" srcId="{BD0676AD-CE28-4126-BA5F-69DAB668B964}" destId="{BBCDC752-628E-411B-8999-D54FC954FFD6}" srcOrd="2" destOrd="0" presId="urn:microsoft.com/office/officeart/2018/5/layout/IconCircleLabelList"/>
    <dgm:cxn modelId="{87770303-2578-4832-89E2-381249B4135D}" type="presParOf" srcId="{BD0676AD-CE28-4126-BA5F-69DAB668B964}" destId="{960F4FB8-A6F3-4439-858D-9908F5BE2C08}" srcOrd="3" destOrd="0" presId="urn:microsoft.com/office/officeart/2018/5/layout/IconCircleLabelList"/>
    <dgm:cxn modelId="{066FFBFA-361D-4BFC-9FA0-0AD96D2104D5}" type="presParOf" srcId="{8CF8C638-F68F-409D-8E06-DFD095C59E4D}" destId="{6FD7A8CC-1B3D-4824-9A50-7B3B3789FFE6}" srcOrd="3" destOrd="0" presId="urn:microsoft.com/office/officeart/2018/5/layout/IconCircleLabelList"/>
    <dgm:cxn modelId="{059B018D-1685-4EB0-8131-FBB226BE02C1}" type="presParOf" srcId="{8CF8C638-F68F-409D-8E06-DFD095C59E4D}" destId="{BE56DC3C-61DA-496A-9D5D-2F7F94EA460C}" srcOrd="4" destOrd="0" presId="urn:microsoft.com/office/officeart/2018/5/layout/IconCircleLabelList"/>
    <dgm:cxn modelId="{88E44D74-0BB8-4DC5-87D6-7AC3FF9BC6D4}" type="presParOf" srcId="{BE56DC3C-61DA-496A-9D5D-2F7F94EA460C}" destId="{20A58034-5E3B-4074-927F-94A18727B36D}" srcOrd="0" destOrd="0" presId="urn:microsoft.com/office/officeart/2018/5/layout/IconCircleLabelList"/>
    <dgm:cxn modelId="{F6661B29-236D-48B9-8BB5-F8C5268DE04A}" type="presParOf" srcId="{BE56DC3C-61DA-496A-9D5D-2F7F94EA460C}" destId="{EA6EFD47-074F-4E5B-B195-448454707F3A}" srcOrd="1" destOrd="0" presId="urn:microsoft.com/office/officeart/2018/5/layout/IconCircleLabelList"/>
    <dgm:cxn modelId="{CFC1B64A-FCAF-4A89-B4EF-E264AA082F8D}" type="presParOf" srcId="{BE56DC3C-61DA-496A-9D5D-2F7F94EA460C}" destId="{319BF741-C71F-491D-9765-A6DE315AC3A5}" srcOrd="2" destOrd="0" presId="urn:microsoft.com/office/officeart/2018/5/layout/IconCircleLabelList"/>
    <dgm:cxn modelId="{818B4546-1C9B-46D0-BBCB-EBF9401C09CE}" type="presParOf" srcId="{BE56DC3C-61DA-496A-9D5D-2F7F94EA460C}" destId="{2AA4818B-4B1A-409A-BAC6-0673DDFB9E0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1E7DD8F-8C1A-4EFA-A9B4-685FBF3C214B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6832820-5ED2-4508-BE88-5B7B922330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Creates a responsive navigation bar for the app.</a:t>
          </a:r>
        </a:p>
      </dgm:t>
    </dgm:pt>
    <dgm:pt modelId="{9D0D1CB0-BEA1-46D8-A652-EFF8E2905087}" type="parTrans" cxnId="{25E558EE-5FF0-4366-97AF-73DB4005BCE1}">
      <dgm:prSet/>
      <dgm:spPr/>
      <dgm:t>
        <a:bodyPr/>
        <a:lstStyle/>
        <a:p>
          <a:endParaRPr lang="en-US"/>
        </a:p>
      </dgm:t>
    </dgm:pt>
    <dgm:pt modelId="{160BA886-1424-4231-AD26-BE8F0F05F91E}" type="sibTrans" cxnId="{25E558EE-5FF0-4366-97AF-73DB4005BCE1}">
      <dgm:prSet/>
      <dgm:spPr/>
      <dgm:t>
        <a:bodyPr/>
        <a:lstStyle/>
        <a:p>
          <a:endParaRPr lang="en-US"/>
        </a:p>
      </dgm:t>
    </dgm:pt>
    <dgm:pt modelId="{DB6804BE-0F0C-4128-A690-048094E44D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Displays links for navigation (Home, Login, Appointment, etc.).</a:t>
          </a:r>
        </a:p>
      </dgm:t>
    </dgm:pt>
    <dgm:pt modelId="{483DFAFC-E88E-4A29-9FFD-861B478BE867}" type="parTrans" cxnId="{FDAD7E37-A6D3-4339-ACD6-93C6ADB53FE4}">
      <dgm:prSet/>
      <dgm:spPr/>
      <dgm:t>
        <a:bodyPr/>
        <a:lstStyle/>
        <a:p>
          <a:endParaRPr lang="en-US"/>
        </a:p>
      </dgm:t>
    </dgm:pt>
    <dgm:pt modelId="{C65F4D29-4FF0-4B49-86BB-04A481AC03C3}" type="sibTrans" cxnId="{FDAD7E37-A6D3-4339-ACD6-93C6ADB53FE4}">
      <dgm:prSet/>
      <dgm:spPr/>
      <dgm:t>
        <a:bodyPr/>
        <a:lstStyle/>
        <a:p>
          <a:endParaRPr lang="en-US"/>
        </a:p>
      </dgm:t>
    </dgm:pt>
    <dgm:pt modelId="{0B13AD46-0B62-49CD-B636-AA9934E9F5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Checks if a user is authenticated using React Context.</a:t>
          </a:r>
        </a:p>
      </dgm:t>
    </dgm:pt>
    <dgm:pt modelId="{9F9BBB0B-7EAA-434F-B92A-0F6EF8381CA8}" type="parTrans" cxnId="{219DE073-4217-4449-821E-CCE59F3B25FE}">
      <dgm:prSet/>
      <dgm:spPr/>
      <dgm:t>
        <a:bodyPr/>
        <a:lstStyle/>
        <a:p>
          <a:endParaRPr lang="en-US"/>
        </a:p>
      </dgm:t>
    </dgm:pt>
    <dgm:pt modelId="{C0E5E483-0999-4254-A24D-FB9E0F34A2AD}" type="sibTrans" cxnId="{219DE073-4217-4449-821E-CCE59F3B25FE}">
      <dgm:prSet/>
      <dgm:spPr/>
      <dgm:t>
        <a:bodyPr/>
        <a:lstStyle/>
        <a:p>
          <a:endParaRPr lang="en-US"/>
        </a:p>
      </dgm:t>
    </dgm:pt>
    <dgm:pt modelId="{B561FAD8-5BDC-4397-9D48-BBD616E0E41E}" type="pres">
      <dgm:prSet presAssocID="{21E7DD8F-8C1A-4EFA-A9B4-685FBF3C214B}" presName="root" presStyleCnt="0">
        <dgm:presLayoutVars>
          <dgm:dir/>
          <dgm:resizeHandles val="exact"/>
        </dgm:presLayoutVars>
      </dgm:prSet>
      <dgm:spPr/>
    </dgm:pt>
    <dgm:pt modelId="{84C61C3C-B344-463B-A7B1-1C1274948A09}" type="pres">
      <dgm:prSet presAssocID="{B6832820-5ED2-4508-BE88-5B7B9223305F}" presName="compNode" presStyleCnt="0"/>
      <dgm:spPr/>
    </dgm:pt>
    <dgm:pt modelId="{15B97032-F1EF-4C3D-BFED-5AE5E91B15A4}" type="pres">
      <dgm:prSet presAssocID="{B6832820-5ED2-4508-BE88-5B7B9223305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ass"/>
        </a:ext>
      </dgm:extLst>
    </dgm:pt>
    <dgm:pt modelId="{B593096A-009E-42E3-A3C2-63AB3EDB8609}" type="pres">
      <dgm:prSet presAssocID="{B6832820-5ED2-4508-BE88-5B7B9223305F}" presName="spaceRect" presStyleCnt="0"/>
      <dgm:spPr/>
    </dgm:pt>
    <dgm:pt modelId="{2D7974A0-A44A-408D-B4F5-69E73C2EE56A}" type="pres">
      <dgm:prSet presAssocID="{B6832820-5ED2-4508-BE88-5B7B9223305F}" presName="textRect" presStyleLbl="revTx" presStyleIdx="0" presStyleCnt="3">
        <dgm:presLayoutVars>
          <dgm:chMax val="1"/>
          <dgm:chPref val="1"/>
        </dgm:presLayoutVars>
      </dgm:prSet>
      <dgm:spPr/>
    </dgm:pt>
    <dgm:pt modelId="{EB9308EB-1976-414F-93D2-EEF70EE88E9A}" type="pres">
      <dgm:prSet presAssocID="{160BA886-1424-4231-AD26-BE8F0F05F91E}" presName="sibTrans" presStyleCnt="0"/>
      <dgm:spPr/>
    </dgm:pt>
    <dgm:pt modelId="{169E1D4A-753E-46CD-9913-C549CD8E979A}" type="pres">
      <dgm:prSet presAssocID="{DB6804BE-0F0C-4128-A690-048094E44D3A}" presName="compNode" presStyleCnt="0"/>
      <dgm:spPr/>
    </dgm:pt>
    <dgm:pt modelId="{B66D8492-2D45-4D6D-8821-8F4A938D564D}" type="pres">
      <dgm:prSet presAssocID="{DB6804BE-0F0C-4128-A690-048094E44D3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AA622E75-7205-4D89-9FF5-72E8EA0E1975}" type="pres">
      <dgm:prSet presAssocID="{DB6804BE-0F0C-4128-A690-048094E44D3A}" presName="spaceRect" presStyleCnt="0"/>
      <dgm:spPr/>
    </dgm:pt>
    <dgm:pt modelId="{C42406A3-2550-48B5-94D9-7996B0A493B1}" type="pres">
      <dgm:prSet presAssocID="{DB6804BE-0F0C-4128-A690-048094E44D3A}" presName="textRect" presStyleLbl="revTx" presStyleIdx="1" presStyleCnt="3">
        <dgm:presLayoutVars>
          <dgm:chMax val="1"/>
          <dgm:chPref val="1"/>
        </dgm:presLayoutVars>
      </dgm:prSet>
      <dgm:spPr/>
    </dgm:pt>
    <dgm:pt modelId="{38F1DA74-251B-45FD-8206-1B0DFE844C44}" type="pres">
      <dgm:prSet presAssocID="{C65F4D29-4FF0-4B49-86BB-04A481AC03C3}" presName="sibTrans" presStyleCnt="0"/>
      <dgm:spPr/>
    </dgm:pt>
    <dgm:pt modelId="{4228228E-439A-43A1-8B6F-15216378A66E}" type="pres">
      <dgm:prSet presAssocID="{0B13AD46-0B62-49CD-B636-AA9934E9F54F}" presName="compNode" presStyleCnt="0"/>
      <dgm:spPr/>
    </dgm:pt>
    <dgm:pt modelId="{5C377D5D-9407-4DD9-A065-3FE3E3963D54}" type="pres">
      <dgm:prSet presAssocID="{0B13AD46-0B62-49CD-B636-AA9934E9F54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DEBE71B4-84AB-4ECF-AD8E-4F6762136B92}" type="pres">
      <dgm:prSet presAssocID="{0B13AD46-0B62-49CD-B636-AA9934E9F54F}" presName="spaceRect" presStyleCnt="0"/>
      <dgm:spPr/>
    </dgm:pt>
    <dgm:pt modelId="{75D27520-AE85-497A-A0E6-4D23CC89CF7C}" type="pres">
      <dgm:prSet presAssocID="{0B13AD46-0B62-49CD-B636-AA9934E9F54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DAD7E37-A6D3-4339-ACD6-93C6ADB53FE4}" srcId="{21E7DD8F-8C1A-4EFA-A9B4-685FBF3C214B}" destId="{DB6804BE-0F0C-4128-A690-048094E44D3A}" srcOrd="1" destOrd="0" parTransId="{483DFAFC-E88E-4A29-9FFD-861B478BE867}" sibTransId="{C65F4D29-4FF0-4B49-86BB-04A481AC03C3}"/>
    <dgm:cxn modelId="{8E8B925B-931C-4753-9A85-490813FE7978}" type="presOf" srcId="{0B13AD46-0B62-49CD-B636-AA9934E9F54F}" destId="{75D27520-AE85-497A-A0E6-4D23CC89CF7C}" srcOrd="0" destOrd="0" presId="urn:microsoft.com/office/officeart/2018/2/layout/IconLabelList"/>
    <dgm:cxn modelId="{219DE073-4217-4449-821E-CCE59F3B25FE}" srcId="{21E7DD8F-8C1A-4EFA-A9B4-685FBF3C214B}" destId="{0B13AD46-0B62-49CD-B636-AA9934E9F54F}" srcOrd="2" destOrd="0" parTransId="{9F9BBB0B-7EAA-434F-B92A-0F6EF8381CA8}" sibTransId="{C0E5E483-0999-4254-A24D-FB9E0F34A2AD}"/>
    <dgm:cxn modelId="{20D3D957-E28B-477B-AAAF-F8BF4DC346F9}" type="presOf" srcId="{21E7DD8F-8C1A-4EFA-A9B4-685FBF3C214B}" destId="{B561FAD8-5BDC-4397-9D48-BBD616E0E41E}" srcOrd="0" destOrd="0" presId="urn:microsoft.com/office/officeart/2018/2/layout/IconLabelList"/>
    <dgm:cxn modelId="{909F1795-8D66-4615-BBAA-AA6BE91510D3}" type="presOf" srcId="{B6832820-5ED2-4508-BE88-5B7B9223305F}" destId="{2D7974A0-A44A-408D-B4F5-69E73C2EE56A}" srcOrd="0" destOrd="0" presId="urn:microsoft.com/office/officeart/2018/2/layout/IconLabelList"/>
    <dgm:cxn modelId="{EA567AD5-42E2-4138-8716-B0ECD63CCA8F}" type="presOf" srcId="{DB6804BE-0F0C-4128-A690-048094E44D3A}" destId="{C42406A3-2550-48B5-94D9-7996B0A493B1}" srcOrd="0" destOrd="0" presId="urn:microsoft.com/office/officeart/2018/2/layout/IconLabelList"/>
    <dgm:cxn modelId="{25E558EE-5FF0-4366-97AF-73DB4005BCE1}" srcId="{21E7DD8F-8C1A-4EFA-A9B4-685FBF3C214B}" destId="{B6832820-5ED2-4508-BE88-5B7B9223305F}" srcOrd="0" destOrd="0" parTransId="{9D0D1CB0-BEA1-46D8-A652-EFF8E2905087}" sibTransId="{160BA886-1424-4231-AD26-BE8F0F05F91E}"/>
    <dgm:cxn modelId="{754C9EED-C7F6-4CCF-95FE-722D2F8D6D8F}" type="presParOf" srcId="{B561FAD8-5BDC-4397-9D48-BBD616E0E41E}" destId="{84C61C3C-B344-463B-A7B1-1C1274948A09}" srcOrd="0" destOrd="0" presId="urn:microsoft.com/office/officeart/2018/2/layout/IconLabelList"/>
    <dgm:cxn modelId="{94E64422-0ECB-4AB6-B34C-6DA87ABCBBFC}" type="presParOf" srcId="{84C61C3C-B344-463B-A7B1-1C1274948A09}" destId="{15B97032-F1EF-4C3D-BFED-5AE5E91B15A4}" srcOrd="0" destOrd="0" presId="urn:microsoft.com/office/officeart/2018/2/layout/IconLabelList"/>
    <dgm:cxn modelId="{42D42F5E-1A57-4AE6-AD7A-03CD46AAC0A6}" type="presParOf" srcId="{84C61C3C-B344-463B-A7B1-1C1274948A09}" destId="{B593096A-009E-42E3-A3C2-63AB3EDB8609}" srcOrd="1" destOrd="0" presId="urn:microsoft.com/office/officeart/2018/2/layout/IconLabelList"/>
    <dgm:cxn modelId="{132A5609-C978-4B2F-902E-5DE7ABD10F44}" type="presParOf" srcId="{84C61C3C-B344-463B-A7B1-1C1274948A09}" destId="{2D7974A0-A44A-408D-B4F5-69E73C2EE56A}" srcOrd="2" destOrd="0" presId="urn:microsoft.com/office/officeart/2018/2/layout/IconLabelList"/>
    <dgm:cxn modelId="{0B2D0D35-A70F-4D83-BB6B-55C2EE183DCC}" type="presParOf" srcId="{B561FAD8-5BDC-4397-9D48-BBD616E0E41E}" destId="{EB9308EB-1976-414F-93D2-EEF70EE88E9A}" srcOrd="1" destOrd="0" presId="urn:microsoft.com/office/officeart/2018/2/layout/IconLabelList"/>
    <dgm:cxn modelId="{FB1DE39C-2E44-4B8E-AA60-FFBA269BD503}" type="presParOf" srcId="{B561FAD8-5BDC-4397-9D48-BBD616E0E41E}" destId="{169E1D4A-753E-46CD-9913-C549CD8E979A}" srcOrd="2" destOrd="0" presId="urn:microsoft.com/office/officeart/2018/2/layout/IconLabelList"/>
    <dgm:cxn modelId="{0CA08BA2-C7F4-41CE-992B-EC2257BF7FB1}" type="presParOf" srcId="{169E1D4A-753E-46CD-9913-C549CD8E979A}" destId="{B66D8492-2D45-4D6D-8821-8F4A938D564D}" srcOrd="0" destOrd="0" presId="urn:microsoft.com/office/officeart/2018/2/layout/IconLabelList"/>
    <dgm:cxn modelId="{2235FB20-0CAB-4C46-B397-A027CBAF6D4A}" type="presParOf" srcId="{169E1D4A-753E-46CD-9913-C549CD8E979A}" destId="{AA622E75-7205-4D89-9FF5-72E8EA0E1975}" srcOrd="1" destOrd="0" presId="urn:microsoft.com/office/officeart/2018/2/layout/IconLabelList"/>
    <dgm:cxn modelId="{DD7DCDA8-BFAC-49B1-AA56-45C76B538F4F}" type="presParOf" srcId="{169E1D4A-753E-46CD-9913-C549CD8E979A}" destId="{C42406A3-2550-48B5-94D9-7996B0A493B1}" srcOrd="2" destOrd="0" presId="urn:microsoft.com/office/officeart/2018/2/layout/IconLabelList"/>
    <dgm:cxn modelId="{1E30D892-8E7D-4BFC-BAAC-5CEC6FE11C6A}" type="presParOf" srcId="{B561FAD8-5BDC-4397-9D48-BBD616E0E41E}" destId="{38F1DA74-251B-45FD-8206-1B0DFE844C44}" srcOrd="3" destOrd="0" presId="urn:microsoft.com/office/officeart/2018/2/layout/IconLabelList"/>
    <dgm:cxn modelId="{A076E389-1F46-487F-B984-873C9E292B12}" type="presParOf" srcId="{B561FAD8-5BDC-4397-9D48-BBD616E0E41E}" destId="{4228228E-439A-43A1-8B6F-15216378A66E}" srcOrd="4" destOrd="0" presId="urn:microsoft.com/office/officeart/2018/2/layout/IconLabelList"/>
    <dgm:cxn modelId="{7EF254B0-CED4-4320-8A2C-573E93E9D2D7}" type="presParOf" srcId="{4228228E-439A-43A1-8B6F-15216378A66E}" destId="{5C377D5D-9407-4DD9-A065-3FE3E3963D54}" srcOrd="0" destOrd="0" presId="urn:microsoft.com/office/officeart/2018/2/layout/IconLabelList"/>
    <dgm:cxn modelId="{A243ACE1-3CAF-42F1-918C-91FE2744A2CD}" type="presParOf" srcId="{4228228E-439A-43A1-8B6F-15216378A66E}" destId="{DEBE71B4-84AB-4ECF-AD8E-4F6762136B92}" srcOrd="1" destOrd="0" presId="urn:microsoft.com/office/officeart/2018/2/layout/IconLabelList"/>
    <dgm:cxn modelId="{CF031CED-3EA4-44A5-8760-6C23949AEBBA}" type="presParOf" srcId="{4228228E-439A-43A1-8B6F-15216378A66E}" destId="{75D27520-AE85-497A-A0E6-4D23CC89CF7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4A42245-9E56-401B-926A-2327D1BDA2A0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00B8C7A-0CA9-491D-9261-AE3651E83073}">
      <dgm:prSet/>
      <dgm:spPr/>
      <dgm:t>
        <a:bodyPr/>
        <a:lstStyle/>
        <a:p>
          <a:r>
            <a:rPr lang="en-US" dirty="0"/>
            <a:t>• Renders a Logout button for authenticated users.</a:t>
          </a:r>
        </a:p>
      </dgm:t>
    </dgm:pt>
    <dgm:pt modelId="{876CBACC-90B6-47B9-95D9-34D280EC6713}" type="parTrans" cxnId="{EFDF66C2-CA62-4BD6-9D34-D70BD554DDAB}">
      <dgm:prSet/>
      <dgm:spPr/>
      <dgm:t>
        <a:bodyPr/>
        <a:lstStyle/>
        <a:p>
          <a:endParaRPr lang="en-US"/>
        </a:p>
      </dgm:t>
    </dgm:pt>
    <dgm:pt modelId="{E094BCE0-EDD3-40CD-BAC1-6C62771952CE}" type="sibTrans" cxnId="{EFDF66C2-CA62-4BD6-9D34-D70BD554DDAB}">
      <dgm:prSet/>
      <dgm:spPr/>
      <dgm:t>
        <a:bodyPr/>
        <a:lstStyle/>
        <a:p>
          <a:endParaRPr lang="en-US"/>
        </a:p>
      </dgm:t>
    </dgm:pt>
    <dgm:pt modelId="{78982B40-08AA-41B7-94FA-FEABB69FEE62}">
      <dgm:prSet/>
      <dgm:spPr/>
      <dgm:t>
        <a:bodyPr/>
        <a:lstStyle/>
        <a:p>
          <a:r>
            <a:rPr lang="en-US" dirty="0"/>
            <a:t>• Shows Login link for unauthenticated users.</a:t>
          </a:r>
        </a:p>
      </dgm:t>
    </dgm:pt>
    <dgm:pt modelId="{02372AD1-E227-47EC-A881-0AD88E85AB02}" type="parTrans" cxnId="{6B9CB460-EE68-409E-8149-B66420A25FB8}">
      <dgm:prSet/>
      <dgm:spPr/>
      <dgm:t>
        <a:bodyPr/>
        <a:lstStyle/>
        <a:p>
          <a:endParaRPr lang="en-US"/>
        </a:p>
      </dgm:t>
    </dgm:pt>
    <dgm:pt modelId="{315622EC-B43B-403B-8B44-B72BA4132050}" type="sibTrans" cxnId="{6B9CB460-EE68-409E-8149-B66420A25FB8}">
      <dgm:prSet/>
      <dgm:spPr/>
      <dgm:t>
        <a:bodyPr/>
        <a:lstStyle/>
        <a:p>
          <a:endParaRPr lang="en-US"/>
        </a:p>
      </dgm:t>
    </dgm:pt>
    <dgm:pt modelId="{A56E3DCF-0695-4628-A389-37DBA4F7E3F3}">
      <dgm:prSet/>
      <dgm:spPr/>
      <dgm:t>
        <a:bodyPr/>
        <a:lstStyle/>
        <a:p>
          <a:r>
            <a:rPr lang="en-US"/>
            <a:t>• Handles Logout functionality using Axios GET request.</a:t>
          </a:r>
        </a:p>
      </dgm:t>
    </dgm:pt>
    <dgm:pt modelId="{2680D859-64D8-438A-8AC8-37F0AE783188}" type="parTrans" cxnId="{3BDFBA86-1E3B-4631-B8D4-913544C2D0A6}">
      <dgm:prSet/>
      <dgm:spPr/>
      <dgm:t>
        <a:bodyPr/>
        <a:lstStyle/>
        <a:p>
          <a:endParaRPr lang="en-US"/>
        </a:p>
      </dgm:t>
    </dgm:pt>
    <dgm:pt modelId="{31247CCA-103C-4BC0-8B0B-F53EEBDEB86E}" type="sibTrans" cxnId="{3BDFBA86-1E3B-4631-B8D4-913544C2D0A6}">
      <dgm:prSet/>
      <dgm:spPr/>
      <dgm:t>
        <a:bodyPr/>
        <a:lstStyle/>
        <a:p>
          <a:endParaRPr lang="en-US"/>
        </a:p>
      </dgm:t>
    </dgm:pt>
    <dgm:pt modelId="{14B7B5E3-87B1-4DE5-8389-6EF155EFAB6D}" type="pres">
      <dgm:prSet presAssocID="{C4A42245-9E56-401B-926A-2327D1BDA2A0}" presName="diagram" presStyleCnt="0">
        <dgm:presLayoutVars>
          <dgm:dir/>
          <dgm:resizeHandles val="exact"/>
        </dgm:presLayoutVars>
      </dgm:prSet>
      <dgm:spPr/>
    </dgm:pt>
    <dgm:pt modelId="{F5DE4AE6-23E0-4E7C-8855-D62129FE646D}" type="pres">
      <dgm:prSet presAssocID="{A00B8C7A-0CA9-491D-9261-AE3651E83073}" presName="node" presStyleLbl="node1" presStyleIdx="0" presStyleCnt="3" custLinFactNeighborX="4706">
        <dgm:presLayoutVars>
          <dgm:bulletEnabled val="1"/>
        </dgm:presLayoutVars>
      </dgm:prSet>
      <dgm:spPr/>
    </dgm:pt>
    <dgm:pt modelId="{28AB4DF4-D7A9-4E0C-A891-3E7AA2879F77}" type="pres">
      <dgm:prSet presAssocID="{E094BCE0-EDD3-40CD-BAC1-6C62771952CE}" presName="sibTrans" presStyleLbl="sibTrans2D1" presStyleIdx="0" presStyleCnt="2"/>
      <dgm:spPr/>
    </dgm:pt>
    <dgm:pt modelId="{2F43D567-3D35-48BE-9FBD-1C8BC93B50EB}" type="pres">
      <dgm:prSet presAssocID="{E094BCE0-EDD3-40CD-BAC1-6C62771952CE}" presName="connectorText" presStyleLbl="sibTrans2D1" presStyleIdx="0" presStyleCnt="2"/>
      <dgm:spPr/>
    </dgm:pt>
    <dgm:pt modelId="{3385AC4F-0998-49D8-8D20-59EA8AC29AE3}" type="pres">
      <dgm:prSet presAssocID="{78982B40-08AA-41B7-94FA-FEABB69FEE62}" presName="node" presStyleLbl="node1" presStyleIdx="1" presStyleCnt="3" custLinFactNeighborX="-627" custLinFactNeighborY="523">
        <dgm:presLayoutVars>
          <dgm:bulletEnabled val="1"/>
        </dgm:presLayoutVars>
      </dgm:prSet>
      <dgm:spPr/>
    </dgm:pt>
    <dgm:pt modelId="{41701F14-E5F5-4866-A092-A0FF8E595765}" type="pres">
      <dgm:prSet presAssocID="{315622EC-B43B-403B-8B44-B72BA4132050}" presName="sibTrans" presStyleLbl="sibTrans2D1" presStyleIdx="1" presStyleCnt="2"/>
      <dgm:spPr/>
    </dgm:pt>
    <dgm:pt modelId="{53058E3B-5173-41BC-8381-BE949E2FBEBE}" type="pres">
      <dgm:prSet presAssocID="{315622EC-B43B-403B-8B44-B72BA4132050}" presName="connectorText" presStyleLbl="sibTrans2D1" presStyleIdx="1" presStyleCnt="2"/>
      <dgm:spPr/>
    </dgm:pt>
    <dgm:pt modelId="{4C5CB6C0-41B7-4E7E-A7E3-7ECC3A9FF6B4}" type="pres">
      <dgm:prSet presAssocID="{A56E3DCF-0695-4628-A389-37DBA4F7E3F3}" presName="node" presStyleLbl="node1" presStyleIdx="2" presStyleCnt="3" custLinFactNeighborX="314" custLinFactNeighborY="-8889">
        <dgm:presLayoutVars>
          <dgm:bulletEnabled val="1"/>
        </dgm:presLayoutVars>
      </dgm:prSet>
      <dgm:spPr/>
    </dgm:pt>
  </dgm:ptLst>
  <dgm:cxnLst>
    <dgm:cxn modelId="{9D4FE502-2D20-4F12-ACDA-926CBF4C1471}" type="presOf" srcId="{E094BCE0-EDD3-40CD-BAC1-6C62771952CE}" destId="{28AB4DF4-D7A9-4E0C-A891-3E7AA2879F77}" srcOrd="0" destOrd="0" presId="urn:microsoft.com/office/officeart/2005/8/layout/process5"/>
    <dgm:cxn modelId="{0DBCD309-B6E4-4F1F-A850-07C61C7B85BA}" type="presOf" srcId="{A00B8C7A-0CA9-491D-9261-AE3651E83073}" destId="{F5DE4AE6-23E0-4E7C-8855-D62129FE646D}" srcOrd="0" destOrd="0" presId="urn:microsoft.com/office/officeart/2005/8/layout/process5"/>
    <dgm:cxn modelId="{E5F5AE40-7DDD-4DDE-8348-B5D0EF6E999B}" type="presOf" srcId="{A56E3DCF-0695-4628-A389-37DBA4F7E3F3}" destId="{4C5CB6C0-41B7-4E7E-A7E3-7ECC3A9FF6B4}" srcOrd="0" destOrd="0" presId="urn:microsoft.com/office/officeart/2005/8/layout/process5"/>
    <dgm:cxn modelId="{6B9CB460-EE68-409E-8149-B66420A25FB8}" srcId="{C4A42245-9E56-401B-926A-2327D1BDA2A0}" destId="{78982B40-08AA-41B7-94FA-FEABB69FEE62}" srcOrd="1" destOrd="0" parTransId="{02372AD1-E227-47EC-A881-0AD88E85AB02}" sibTransId="{315622EC-B43B-403B-8B44-B72BA4132050}"/>
    <dgm:cxn modelId="{6B339D4A-C269-4503-9245-A27B766D0AC6}" type="presOf" srcId="{315622EC-B43B-403B-8B44-B72BA4132050}" destId="{53058E3B-5173-41BC-8381-BE949E2FBEBE}" srcOrd="1" destOrd="0" presId="urn:microsoft.com/office/officeart/2005/8/layout/process5"/>
    <dgm:cxn modelId="{8286BD6B-1CDC-4494-A560-8B1039405418}" type="presOf" srcId="{315622EC-B43B-403B-8B44-B72BA4132050}" destId="{41701F14-E5F5-4866-A092-A0FF8E595765}" srcOrd="0" destOrd="0" presId="urn:microsoft.com/office/officeart/2005/8/layout/process5"/>
    <dgm:cxn modelId="{38323D55-D62A-4785-A938-F1D3A84872FD}" type="presOf" srcId="{78982B40-08AA-41B7-94FA-FEABB69FEE62}" destId="{3385AC4F-0998-49D8-8D20-59EA8AC29AE3}" srcOrd="0" destOrd="0" presId="urn:microsoft.com/office/officeart/2005/8/layout/process5"/>
    <dgm:cxn modelId="{3BDFBA86-1E3B-4631-B8D4-913544C2D0A6}" srcId="{C4A42245-9E56-401B-926A-2327D1BDA2A0}" destId="{A56E3DCF-0695-4628-A389-37DBA4F7E3F3}" srcOrd="2" destOrd="0" parTransId="{2680D859-64D8-438A-8AC8-37F0AE783188}" sibTransId="{31247CCA-103C-4BC0-8B0B-F53EEBDEB86E}"/>
    <dgm:cxn modelId="{CABB1E95-ED02-4EFD-B6E9-0A6C1226BE07}" type="presOf" srcId="{E094BCE0-EDD3-40CD-BAC1-6C62771952CE}" destId="{2F43D567-3D35-48BE-9FBD-1C8BC93B50EB}" srcOrd="1" destOrd="0" presId="urn:microsoft.com/office/officeart/2005/8/layout/process5"/>
    <dgm:cxn modelId="{EFDF66C2-CA62-4BD6-9D34-D70BD554DDAB}" srcId="{C4A42245-9E56-401B-926A-2327D1BDA2A0}" destId="{A00B8C7A-0CA9-491D-9261-AE3651E83073}" srcOrd="0" destOrd="0" parTransId="{876CBACC-90B6-47B9-95D9-34D280EC6713}" sibTransId="{E094BCE0-EDD3-40CD-BAC1-6C62771952CE}"/>
    <dgm:cxn modelId="{041F20DF-5345-41BA-B034-467030B8F65E}" type="presOf" srcId="{C4A42245-9E56-401B-926A-2327D1BDA2A0}" destId="{14B7B5E3-87B1-4DE5-8389-6EF155EFAB6D}" srcOrd="0" destOrd="0" presId="urn:microsoft.com/office/officeart/2005/8/layout/process5"/>
    <dgm:cxn modelId="{A556802D-513E-483F-BFF8-DFEDC208D501}" type="presParOf" srcId="{14B7B5E3-87B1-4DE5-8389-6EF155EFAB6D}" destId="{F5DE4AE6-23E0-4E7C-8855-D62129FE646D}" srcOrd="0" destOrd="0" presId="urn:microsoft.com/office/officeart/2005/8/layout/process5"/>
    <dgm:cxn modelId="{C94A21E1-4971-40C0-AB0F-8A8DF0EA9D21}" type="presParOf" srcId="{14B7B5E3-87B1-4DE5-8389-6EF155EFAB6D}" destId="{28AB4DF4-D7A9-4E0C-A891-3E7AA2879F77}" srcOrd="1" destOrd="0" presId="urn:microsoft.com/office/officeart/2005/8/layout/process5"/>
    <dgm:cxn modelId="{3B7CD79B-F907-4F27-9C9E-54B9AB91ACF3}" type="presParOf" srcId="{28AB4DF4-D7A9-4E0C-A891-3E7AA2879F77}" destId="{2F43D567-3D35-48BE-9FBD-1C8BC93B50EB}" srcOrd="0" destOrd="0" presId="urn:microsoft.com/office/officeart/2005/8/layout/process5"/>
    <dgm:cxn modelId="{5D9454EF-DC25-41EF-B420-C35D4BAD6B89}" type="presParOf" srcId="{14B7B5E3-87B1-4DE5-8389-6EF155EFAB6D}" destId="{3385AC4F-0998-49D8-8D20-59EA8AC29AE3}" srcOrd="2" destOrd="0" presId="urn:microsoft.com/office/officeart/2005/8/layout/process5"/>
    <dgm:cxn modelId="{642532B9-4C52-4951-87A8-86509CBEFA38}" type="presParOf" srcId="{14B7B5E3-87B1-4DE5-8389-6EF155EFAB6D}" destId="{41701F14-E5F5-4866-A092-A0FF8E595765}" srcOrd="3" destOrd="0" presId="urn:microsoft.com/office/officeart/2005/8/layout/process5"/>
    <dgm:cxn modelId="{E1E711DF-DD6E-40B9-8F88-A2DE34C9D722}" type="presParOf" srcId="{41701F14-E5F5-4866-A092-A0FF8E595765}" destId="{53058E3B-5173-41BC-8381-BE949E2FBEBE}" srcOrd="0" destOrd="0" presId="urn:microsoft.com/office/officeart/2005/8/layout/process5"/>
    <dgm:cxn modelId="{558A4BC8-8670-4576-A405-5DE8EEFA89E3}" type="presParOf" srcId="{14B7B5E3-87B1-4DE5-8389-6EF155EFAB6D}" destId="{4C5CB6C0-41B7-4E7E-A7E3-7ECC3A9FF6B4}" srcOrd="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AD2DC0D-5E23-47A2-BA34-9B79C92DBFFE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CB89EF2-BE64-462C-B861-5FDA6F421A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React.js for building the user interface.</a:t>
          </a:r>
        </a:p>
      </dgm:t>
    </dgm:pt>
    <dgm:pt modelId="{9D7D7087-CEF4-4987-AB18-9C5E316C226C}" type="parTrans" cxnId="{27C00A1C-77B2-4708-BB6E-EC74239C1CDB}">
      <dgm:prSet/>
      <dgm:spPr/>
      <dgm:t>
        <a:bodyPr/>
        <a:lstStyle/>
        <a:p>
          <a:endParaRPr lang="en-US"/>
        </a:p>
      </dgm:t>
    </dgm:pt>
    <dgm:pt modelId="{2F06361E-2323-4F71-9D4F-20A88EF170A4}" type="sibTrans" cxnId="{27C00A1C-77B2-4708-BB6E-EC74239C1CDB}">
      <dgm:prSet/>
      <dgm:spPr/>
      <dgm:t>
        <a:bodyPr/>
        <a:lstStyle/>
        <a:p>
          <a:endParaRPr lang="en-US"/>
        </a:p>
      </dgm:t>
    </dgm:pt>
    <dgm:pt modelId="{32D4D668-EAE0-43E1-B9DC-6B00DF3EC7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React Context for managing global state.</a:t>
          </a:r>
        </a:p>
      </dgm:t>
    </dgm:pt>
    <dgm:pt modelId="{33046A20-E6DC-4FF9-8EAB-7BD3018D8D8E}" type="parTrans" cxnId="{A34E4E1D-1566-4731-9C0A-C1B44EC270BE}">
      <dgm:prSet/>
      <dgm:spPr/>
      <dgm:t>
        <a:bodyPr/>
        <a:lstStyle/>
        <a:p>
          <a:endParaRPr lang="en-US"/>
        </a:p>
      </dgm:t>
    </dgm:pt>
    <dgm:pt modelId="{7BE6D77A-43B3-4372-B2AA-9D9EE4629A0B}" type="sibTrans" cxnId="{A34E4E1D-1566-4731-9C0A-C1B44EC270BE}">
      <dgm:prSet/>
      <dgm:spPr/>
      <dgm:t>
        <a:bodyPr/>
        <a:lstStyle/>
        <a:p>
          <a:endParaRPr lang="en-US"/>
        </a:p>
      </dgm:t>
    </dgm:pt>
    <dgm:pt modelId="{CEF86FD8-637A-4FD3-A1C4-8FC7BD8CC9D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Axios for handling API requests (GET, POST).</a:t>
          </a:r>
        </a:p>
      </dgm:t>
    </dgm:pt>
    <dgm:pt modelId="{D3665B7A-43E1-4220-AA9E-C85CABCC8282}" type="parTrans" cxnId="{B4F3E787-87CB-4071-B479-73974774667C}">
      <dgm:prSet/>
      <dgm:spPr/>
      <dgm:t>
        <a:bodyPr/>
        <a:lstStyle/>
        <a:p>
          <a:endParaRPr lang="en-US"/>
        </a:p>
      </dgm:t>
    </dgm:pt>
    <dgm:pt modelId="{9DCDDC20-D583-4EAE-8BB4-F3134F6A46A2}" type="sibTrans" cxnId="{B4F3E787-87CB-4071-B479-73974774667C}">
      <dgm:prSet/>
      <dgm:spPr/>
      <dgm:t>
        <a:bodyPr/>
        <a:lstStyle/>
        <a:p>
          <a:endParaRPr lang="en-US"/>
        </a:p>
      </dgm:t>
    </dgm:pt>
    <dgm:pt modelId="{F695EEC5-DD88-4829-B0C8-28723B310E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React Router for navigation between pages.</a:t>
          </a:r>
        </a:p>
      </dgm:t>
    </dgm:pt>
    <dgm:pt modelId="{AFEF9A6B-9AA2-41F2-89C8-B4350FDD74E5}" type="parTrans" cxnId="{3B36A826-572D-4589-947D-6E7AD6251F61}">
      <dgm:prSet/>
      <dgm:spPr/>
      <dgm:t>
        <a:bodyPr/>
        <a:lstStyle/>
        <a:p>
          <a:endParaRPr lang="en-US"/>
        </a:p>
      </dgm:t>
    </dgm:pt>
    <dgm:pt modelId="{D69E7A83-1ABD-43D0-83B7-FBF91543659B}" type="sibTrans" cxnId="{3B36A826-572D-4589-947D-6E7AD6251F61}">
      <dgm:prSet/>
      <dgm:spPr/>
      <dgm:t>
        <a:bodyPr/>
        <a:lstStyle/>
        <a:p>
          <a:endParaRPr lang="en-US"/>
        </a:p>
      </dgm:t>
    </dgm:pt>
    <dgm:pt modelId="{D96A7F60-1C6E-4361-A93D-56FBBCD65C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'react-toastify' for user-friendly notifications.</a:t>
          </a:r>
        </a:p>
      </dgm:t>
    </dgm:pt>
    <dgm:pt modelId="{AC6F29FB-2A39-49A1-9563-C89C1314A0AD}" type="parTrans" cxnId="{250383D5-B96D-4EED-A5DC-B8FEDE3CD5AC}">
      <dgm:prSet/>
      <dgm:spPr/>
      <dgm:t>
        <a:bodyPr/>
        <a:lstStyle/>
        <a:p>
          <a:endParaRPr lang="en-US"/>
        </a:p>
      </dgm:t>
    </dgm:pt>
    <dgm:pt modelId="{69E309F6-3412-42A0-8780-81A181CF9F9C}" type="sibTrans" cxnId="{250383D5-B96D-4EED-A5DC-B8FEDE3CD5AC}">
      <dgm:prSet/>
      <dgm:spPr/>
      <dgm:t>
        <a:bodyPr/>
        <a:lstStyle/>
        <a:p>
          <a:endParaRPr lang="en-US"/>
        </a:p>
      </dgm:t>
    </dgm:pt>
    <dgm:pt modelId="{116C8BFB-999F-44DB-8EDD-C4FE259B3886}" type="pres">
      <dgm:prSet presAssocID="{2AD2DC0D-5E23-47A2-BA34-9B79C92DBFFE}" presName="root" presStyleCnt="0">
        <dgm:presLayoutVars>
          <dgm:dir/>
          <dgm:resizeHandles val="exact"/>
        </dgm:presLayoutVars>
      </dgm:prSet>
      <dgm:spPr/>
    </dgm:pt>
    <dgm:pt modelId="{120B4A5E-1764-4323-9C1C-92993D5557CB}" type="pres">
      <dgm:prSet presAssocID="{ACB89EF2-BE64-462C-B861-5FDA6F421A45}" presName="compNode" presStyleCnt="0"/>
      <dgm:spPr/>
    </dgm:pt>
    <dgm:pt modelId="{2EA146FD-BAB1-4E92-B9B7-EE0023C5E7CB}" type="pres">
      <dgm:prSet presAssocID="{ACB89EF2-BE64-462C-B861-5FDA6F421A4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ading"/>
        </a:ext>
      </dgm:extLst>
    </dgm:pt>
    <dgm:pt modelId="{FBBB5423-B61F-49B5-8FE3-921873F882A3}" type="pres">
      <dgm:prSet presAssocID="{ACB89EF2-BE64-462C-B861-5FDA6F421A45}" presName="spaceRect" presStyleCnt="0"/>
      <dgm:spPr/>
    </dgm:pt>
    <dgm:pt modelId="{D185DCB4-3C7D-4252-A92B-F2CDBCE7307E}" type="pres">
      <dgm:prSet presAssocID="{ACB89EF2-BE64-462C-B861-5FDA6F421A45}" presName="textRect" presStyleLbl="revTx" presStyleIdx="0" presStyleCnt="5">
        <dgm:presLayoutVars>
          <dgm:chMax val="1"/>
          <dgm:chPref val="1"/>
        </dgm:presLayoutVars>
      </dgm:prSet>
      <dgm:spPr/>
    </dgm:pt>
    <dgm:pt modelId="{4F6B4EE3-CE36-47D2-9FDC-B8B1DE96B349}" type="pres">
      <dgm:prSet presAssocID="{2F06361E-2323-4F71-9D4F-20A88EF170A4}" presName="sibTrans" presStyleCnt="0"/>
      <dgm:spPr/>
    </dgm:pt>
    <dgm:pt modelId="{618155C3-C1E1-47A1-BA07-C30031C27D0F}" type="pres">
      <dgm:prSet presAssocID="{32D4D668-EAE0-43E1-B9DC-6B00DF3EC7EE}" presName="compNode" presStyleCnt="0"/>
      <dgm:spPr/>
    </dgm:pt>
    <dgm:pt modelId="{CCE47C58-28E5-4566-8A62-362A617835F4}" type="pres">
      <dgm:prSet presAssocID="{32D4D668-EAE0-43E1-B9DC-6B00DF3EC7E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xplosion"/>
        </a:ext>
      </dgm:extLst>
    </dgm:pt>
    <dgm:pt modelId="{8CE81BF8-01DA-4BA0-B355-0818B041708A}" type="pres">
      <dgm:prSet presAssocID="{32D4D668-EAE0-43E1-B9DC-6B00DF3EC7EE}" presName="spaceRect" presStyleCnt="0"/>
      <dgm:spPr/>
    </dgm:pt>
    <dgm:pt modelId="{D8CDF828-4818-40AE-9059-65EA60734217}" type="pres">
      <dgm:prSet presAssocID="{32D4D668-EAE0-43E1-B9DC-6B00DF3EC7EE}" presName="textRect" presStyleLbl="revTx" presStyleIdx="1" presStyleCnt="5">
        <dgm:presLayoutVars>
          <dgm:chMax val="1"/>
          <dgm:chPref val="1"/>
        </dgm:presLayoutVars>
      </dgm:prSet>
      <dgm:spPr/>
    </dgm:pt>
    <dgm:pt modelId="{EE245404-5186-4C23-AE5F-9597F37B5E5A}" type="pres">
      <dgm:prSet presAssocID="{7BE6D77A-43B3-4372-B2AA-9D9EE4629A0B}" presName="sibTrans" presStyleCnt="0"/>
      <dgm:spPr/>
    </dgm:pt>
    <dgm:pt modelId="{C080E28F-8455-4A13-A533-4DD13C3C9727}" type="pres">
      <dgm:prSet presAssocID="{CEF86FD8-637A-4FD3-A1C4-8FC7BD8CC9DD}" presName="compNode" presStyleCnt="0"/>
      <dgm:spPr/>
    </dgm:pt>
    <dgm:pt modelId="{D7DA1820-1153-4132-B1FA-9D64A0703AB1}" type="pres">
      <dgm:prSet presAssocID="{CEF86FD8-637A-4FD3-A1C4-8FC7BD8CC9D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67C8E58F-9927-4B26-B65D-1F0C8D9BBED0}" type="pres">
      <dgm:prSet presAssocID="{CEF86FD8-637A-4FD3-A1C4-8FC7BD8CC9DD}" presName="spaceRect" presStyleCnt="0"/>
      <dgm:spPr/>
    </dgm:pt>
    <dgm:pt modelId="{AADC8A65-1FEE-4E88-AB0D-D753BC06A150}" type="pres">
      <dgm:prSet presAssocID="{CEF86FD8-637A-4FD3-A1C4-8FC7BD8CC9DD}" presName="textRect" presStyleLbl="revTx" presStyleIdx="2" presStyleCnt="5">
        <dgm:presLayoutVars>
          <dgm:chMax val="1"/>
          <dgm:chPref val="1"/>
        </dgm:presLayoutVars>
      </dgm:prSet>
      <dgm:spPr/>
    </dgm:pt>
    <dgm:pt modelId="{BCD756E2-7395-4B7B-A2DD-80669954A499}" type="pres">
      <dgm:prSet presAssocID="{9DCDDC20-D583-4EAE-8BB4-F3134F6A46A2}" presName="sibTrans" presStyleCnt="0"/>
      <dgm:spPr/>
    </dgm:pt>
    <dgm:pt modelId="{9037F197-6B7B-4F7F-8136-8B593C8239FF}" type="pres">
      <dgm:prSet presAssocID="{F695EEC5-DD88-4829-B0C8-28723B310EE1}" presName="compNode" presStyleCnt="0"/>
      <dgm:spPr/>
    </dgm:pt>
    <dgm:pt modelId="{39241329-B62D-4458-AB44-B515339D3330}" type="pres">
      <dgm:prSet presAssocID="{F695EEC5-DD88-4829-B0C8-28723B310EE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74876E64-FC6A-4A52-95A1-9D6FA0E63BAE}" type="pres">
      <dgm:prSet presAssocID="{F695EEC5-DD88-4829-B0C8-28723B310EE1}" presName="spaceRect" presStyleCnt="0"/>
      <dgm:spPr/>
    </dgm:pt>
    <dgm:pt modelId="{5422346F-7C49-4C67-AA15-6F2F8E0F8F02}" type="pres">
      <dgm:prSet presAssocID="{F695EEC5-DD88-4829-B0C8-28723B310EE1}" presName="textRect" presStyleLbl="revTx" presStyleIdx="3" presStyleCnt="5">
        <dgm:presLayoutVars>
          <dgm:chMax val="1"/>
          <dgm:chPref val="1"/>
        </dgm:presLayoutVars>
      </dgm:prSet>
      <dgm:spPr/>
    </dgm:pt>
    <dgm:pt modelId="{747BC384-8128-4CD5-88FB-85E8F257B0B2}" type="pres">
      <dgm:prSet presAssocID="{D69E7A83-1ABD-43D0-83B7-FBF91543659B}" presName="sibTrans" presStyleCnt="0"/>
      <dgm:spPr/>
    </dgm:pt>
    <dgm:pt modelId="{25303963-40B2-4677-8E4E-6A261F52CFDB}" type="pres">
      <dgm:prSet presAssocID="{D96A7F60-1C6E-4361-A93D-56FBBCD65C13}" presName="compNode" presStyleCnt="0"/>
      <dgm:spPr/>
    </dgm:pt>
    <dgm:pt modelId="{3826F3A9-38FC-4F6B-8EE9-5DE436019620}" type="pres">
      <dgm:prSet presAssocID="{D96A7F60-1C6E-4361-A93D-56FBBCD65C1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909B1EB7-09C9-4097-AA06-3221DD701716}" type="pres">
      <dgm:prSet presAssocID="{D96A7F60-1C6E-4361-A93D-56FBBCD65C13}" presName="spaceRect" presStyleCnt="0"/>
      <dgm:spPr/>
    </dgm:pt>
    <dgm:pt modelId="{3C67386E-30BF-4D17-A5FE-5FC01EF0B879}" type="pres">
      <dgm:prSet presAssocID="{D96A7F60-1C6E-4361-A93D-56FBBCD65C13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D250F200-AA44-47EE-AA15-A27C744F69E6}" type="presOf" srcId="{32D4D668-EAE0-43E1-B9DC-6B00DF3EC7EE}" destId="{D8CDF828-4818-40AE-9059-65EA60734217}" srcOrd="0" destOrd="0" presId="urn:microsoft.com/office/officeart/2018/2/layout/IconLabelList"/>
    <dgm:cxn modelId="{27C00A1C-77B2-4708-BB6E-EC74239C1CDB}" srcId="{2AD2DC0D-5E23-47A2-BA34-9B79C92DBFFE}" destId="{ACB89EF2-BE64-462C-B861-5FDA6F421A45}" srcOrd="0" destOrd="0" parTransId="{9D7D7087-CEF4-4987-AB18-9C5E316C226C}" sibTransId="{2F06361E-2323-4F71-9D4F-20A88EF170A4}"/>
    <dgm:cxn modelId="{A34E4E1D-1566-4731-9C0A-C1B44EC270BE}" srcId="{2AD2DC0D-5E23-47A2-BA34-9B79C92DBFFE}" destId="{32D4D668-EAE0-43E1-B9DC-6B00DF3EC7EE}" srcOrd="1" destOrd="0" parTransId="{33046A20-E6DC-4FF9-8EAB-7BD3018D8D8E}" sibTransId="{7BE6D77A-43B3-4372-B2AA-9D9EE4629A0B}"/>
    <dgm:cxn modelId="{1F74851E-D7C9-401D-88EA-F49ACCDE3DA5}" type="presOf" srcId="{CEF86FD8-637A-4FD3-A1C4-8FC7BD8CC9DD}" destId="{AADC8A65-1FEE-4E88-AB0D-D753BC06A150}" srcOrd="0" destOrd="0" presId="urn:microsoft.com/office/officeart/2018/2/layout/IconLabelList"/>
    <dgm:cxn modelId="{3B36A826-572D-4589-947D-6E7AD6251F61}" srcId="{2AD2DC0D-5E23-47A2-BA34-9B79C92DBFFE}" destId="{F695EEC5-DD88-4829-B0C8-28723B310EE1}" srcOrd="3" destOrd="0" parTransId="{AFEF9A6B-9AA2-41F2-89C8-B4350FDD74E5}" sibTransId="{D69E7A83-1ABD-43D0-83B7-FBF91543659B}"/>
    <dgm:cxn modelId="{79B7DD71-CED6-456B-868E-1D0F6E1F5B05}" type="presOf" srcId="{D96A7F60-1C6E-4361-A93D-56FBBCD65C13}" destId="{3C67386E-30BF-4D17-A5FE-5FC01EF0B879}" srcOrd="0" destOrd="0" presId="urn:microsoft.com/office/officeart/2018/2/layout/IconLabelList"/>
    <dgm:cxn modelId="{76330B54-AE9B-41E0-B564-5275C47AAEFC}" type="presOf" srcId="{ACB89EF2-BE64-462C-B861-5FDA6F421A45}" destId="{D185DCB4-3C7D-4252-A92B-F2CDBCE7307E}" srcOrd="0" destOrd="0" presId="urn:microsoft.com/office/officeart/2018/2/layout/IconLabelList"/>
    <dgm:cxn modelId="{B4F3E787-87CB-4071-B479-73974774667C}" srcId="{2AD2DC0D-5E23-47A2-BA34-9B79C92DBFFE}" destId="{CEF86FD8-637A-4FD3-A1C4-8FC7BD8CC9DD}" srcOrd="2" destOrd="0" parTransId="{D3665B7A-43E1-4220-AA9E-C85CABCC8282}" sibTransId="{9DCDDC20-D583-4EAE-8BB4-F3134F6A46A2}"/>
    <dgm:cxn modelId="{0E9B3F9C-FB16-42B4-A337-DD4741B4D7B5}" type="presOf" srcId="{2AD2DC0D-5E23-47A2-BA34-9B79C92DBFFE}" destId="{116C8BFB-999F-44DB-8EDD-C4FE259B3886}" srcOrd="0" destOrd="0" presId="urn:microsoft.com/office/officeart/2018/2/layout/IconLabelList"/>
    <dgm:cxn modelId="{3CD336A3-FE19-4E35-96CE-9DB9FC9C3626}" type="presOf" srcId="{F695EEC5-DD88-4829-B0C8-28723B310EE1}" destId="{5422346F-7C49-4C67-AA15-6F2F8E0F8F02}" srcOrd="0" destOrd="0" presId="urn:microsoft.com/office/officeart/2018/2/layout/IconLabelList"/>
    <dgm:cxn modelId="{250383D5-B96D-4EED-A5DC-B8FEDE3CD5AC}" srcId="{2AD2DC0D-5E23-47A2-BA34-9B79C92DBFFE}" destId="{D96A7F60-1C6E-4361-A93D-56FBBCD65C13}" srcOrd="4" destOrd="0" parTransId="{AC6F29FB-2A39-49A1-9563-C89C1314A0AD}" sibTransId="{69E309F6-3412-42A0-8780-81A181CF9F9C}"/>
    <dgm:cxn modelId="{25DCD50F-32D0-4D25-B7BE-CE0B985980BC}" type="presParOf" srcId="{116C8BFB-999F-44DB-8EDD-C4FE259B3886}" destId="{120B4A5E-1764-4323-9C1C-92993D5557CB}" srcOrd="0" destOrd="0" presId="urn:microsoft.com/office/officeart/2018/2/layout/IconLabelList"/>
    <dgm:cxn modelId="{7DE08683-C207-4B62-B3EB-3D29BE16C80E}" type="presParOf" srcId="{120B4A5E-1764-4323-9C1C-92993D5557CB}" destId="{2EA146FD-BAB1-4E92-B9B7-EE0023C5E7CB}" srcOrd="0" destOrd="0" presId="urn:microsoft.com/office/officeart/2018/2/layout/IconLabelList"/>
    <dgm:cxn modelId="{DFA23AEE-89FA-40EE-8548-912069D3766E}" type="presParOf" srcId="{120B4A5E-1764-4323-9C1C-92993D5557CB}" destId="{FBBB5423-B61F-49B5-8FE3-921873F882A3}" srcOrd="1" destOrd="0" presId="urn:microsoft.com/office/officeart/2018/2/layout/IconLabelList"/>
    <dgm:cxn modelId="{7C9AA081-FDE2-45FA-A94F-06BC86A276B5}" type="presParOf" srcId="{120B4A5E-1764-4323-9C1C-92993D5557CB}" destId="{D185DCB4-3C7D-4252-A92B-F2CDBCE7307E}" srcOrd="2" destOrd="0" presId="urn:microsoft.com/office/officeart/2018/2/layout/IconLabelList"/>
    <dgm:cxn modelId="{90C57C8C-C4E4-44EC-9C28-2B815E9DCF8C}" type="presParOf" srcId="{116C8BFB-999F-44DB-8EDD-C4FE259B3886}" destId="{4F6B4EE3-CE36-47D2-9FDC-B8B1DE96B349}" srcOrd="1" destOrd="0" presId="urn:microsoft.com/office/officeart/2018/2/layout/IconLabelList"/>
    <dgm:cxn modelId="{12C2D634-D518-407A-B815-13848800C7D3}" type="presParOf" srcId="{116C8BFB-999F-44DB-8EDD-C4FE259B3886}" destId="{618155C3-C1E1-47A1-BA07-C30031C27D0F}" srcOrd="2" destOrd="0" presId="urn:microsoft.com/office/officeart/2018/2/layout/IconLabelList"/>
    <dgm:cxn modelId="{75D8761B-D03F-48A9-A705-127B4C5569AE}" type="presParOf" srcId="{618155C3-C1E1-47A1-BA07-C30031C27D0F}" destId="{CCE47C58-28E5-4566-8A62-362A617835F4}" srcOrd="0" destOrd="0" presId="urn:microsoft.com/office/officeart/2018/2/layout/IconLabelList"/>
    <dgm:cxn modelId="{683515C6-7E78-4776-A0EA-924DF9A34697}" type="presParOf" srcId="{618155C3-C1E1-47A1-BA07-C30031C27D0F}" destId="{8CE81BF8-01DA-4BA0-B355-0818B041708A}" srcOrd="1" destOrd="0" presId="urn:microsoft.com/office/officeart/2018/2/layout/IconLabelList"/>
    <dgm:cxn modelId="{03CEC33A-3D01-478D-A1D0-1D653AC6CD32}" type="presParOf" srcId="{618155C3-C1E1-47A1-BA07-C30031C27D0F}" destId="{D8CDF828-4818-40AE-9059-65EA60734217}" srcOrd="2" destOrd="0" presId="urn:microsoft.com/office/officeart/2018/2/layout/IconLabelList"/>
    <dgm:cxn modelId="{97FD0E7B-5B58-4967-B14F-2D51AF790F24}" type="presParOf" srcId="{116C8BFB-999F-44DB-8EDD-C4FE259B3886}" destId="{EE245404-5186-4C23-AE5F-9597F37B5E5A}" srcOrd="3" destOrd="0" presId="urn:microsoft.com/office/officeart/2018/2/layout/IconLabelList"/>
    <dgm:cxn modelId="{7905756E-E226-4798-8F1A-E57FAA483420}" type="presParOf" srcId="{116C8BFB-999F-44DB-8EDD-C4FE259B3886}" destId="{C080E28F-8455-4A13-A533-4DD13C3C9727}" srcOrd="4" destOrd="0" presId="urn:microsoft.com/office/officeart/2018/2/layout/IconLabelList"/>
    <dgm:cxn modelId="{0C111E35-05D2-4B0D-B6E3-EF62F9D84B70}" type="presParOf" srcId="{C080E28F-8455-4A13-A533-4DD13C3C9727}" destId="{D7DA1820-1153-4132-B1FA-9D64A0703AB1}" srcOrd="0" destOrd="0" presId="urn:microsoft.com/office/officeart/2018/2/layout/IconLabelList"/>
    <dgm:cxn modelId="{8BF08A5A-47E8-4CBE-907C-7FC2E8D53121}" type="presParOf" srcId="{C080E28F-8455-4A13-A533-4DD13C3C9727}" destId="{67C8E58F-9927-4B26-B65D-1F0C8D9BBED0}" srcOrd="1" destOrd="0" presId="urn:microsoft.com/office/officeart/2018/2/layout/IconLabelList"/>
    <dgm:cxn modelId="{5CBE9153-F540-422D-B229-7A7ABEBCCA89}" type="presParOf" srcId="{C080E28F-8455-4A13-A533-4DD13C3C9727}" destId="{AADC8A65-1FEE-4E88-AB0D-D753BC06A150}" srcOrd="2" destOrd="0" presId="urn:microsoft.com/office/officeart/2018/2/layout/IconLabelList"/>
    <dgm:cxn modelId="{9DB9A3E1-F6B9-48F5-B5A0-9D39CF73084A}" type="presParOf" srcId="{116C8BFB-999F-44DB-8EDD-C4FE259B3886}" destId="{BCD756E2-7395-4B7B-A2DD-80669954A499}" srcOrd="5" destOrd="0" presId="urn:microsoft.com/office/officeart/2018/2/layout/IconLabelList"/>
    <dgm:cxn modelId="{61E080BD-EC60-4AA2-98DC-334F45A6EAC7}" type="presParOf" srcId="{116C8BFB-999F-44DB-8EDD-C4FE259B3886}" destId="{9037F197-6B7B-4F7F-8136-8B593C8239FF}" srcOrd="6" destOrd="0" presId="urn:microsoft.com/office/officeart/2018/2/layout/IconLabelList"/>
    <dgm:cxn modelId="{5C51FCFD-8031-4339-AE2B-552B02722E60}" type="presParOf" srcId="{9037F197-6B7B-4F7F-8136-8B593C8239FF}" destId="{39241329-B62D-4458-AB44-B515339D3330}" srcOrd="0" destOrd="0" presId="urn:microsoft.com/office/officeart/2018/2/layout/IconLabelList"/>
    <dgm:cxn modelId="{49AF706B-DE2A-4D63-AA3A-16A5E848450F}" type="presParOf" srcId="{9037F197-6B7B-4F7F-8136-8B593C8239FF}" destId="{74876E64-FC6A-4A52-95A1-9D6FA0E63BAE}" srcOrd="1" destOrd="0" presId="urn:microsoft.com/office/officeart/2018/2/layout/IconLabelList"/>
    <dgm:cxn modelId="{0BC4F5C8-6D18-45D8-9A71-96ADE8AAE94A}" type="presParOf" srcId="{9037F197-6B7B-4F7F-8136-8B593C8239FF}" destId="{5422346F-7C49-4C67-AA15-6F2F8E0F8F02}" srcOrd="2" destOrd="0" presId="urn:microsoft.com/office/officeart/2018/2/layout/IconLabelList"/>
    <dgm:cxn modelId="{CB81707F-813B-4D1B-823A-E31CC22AC1C9}" type="presParOf" srcId="{116C8BFB-999F-44DB-8EDD-C4FE259B3886}" destId="{747BC384-8128-4CD5-88FB-85E8F257B0B2}" srcOrd="7" destOrd="0" presId="urn:microsoft.com/office/officeart/2018/2/layout/IconLabelList"/>
    <dgm:cxn modelId="{3AAA317B-543C-44A7-854F-4C7C4E11DA3D}" type="presParOf" srcId="{116C8BFB-999F-44DB-8EDD-C4FE259B3886}" destId="{25303963-40B2-4677-8E4E-6A261F52CFDB}" srcOrd="8" destOrd="0" presId="urn:microsoft.com/office/officeart/2018/2/layout/IconLabelList"/>
    <dgm:cxn modelId="{5E5BB82E-8DD0-4794-941F-68D5C62389C9}" type="presParOf" srcId="{25303963-40B2-4677-8E4E-6A261F52CFDB}" destId="{3826F3A9-38FC-4F6B-8EE9-5DE436019620}" srcOrd="0" destOrd="0" presId="urn:microsoft.com/office/officeart/2018/2/layout/IconLabelList"/>
    <dgm:cxn modelId="{A22479DD-28B6-4EB0-A9F0-0207B323C811}" type="presParOf" srcId="{25303963-40B2-4677-8E4E-6A261F52CFDB}" destId="{909B1EB7-09C9-4097-AA06-3221DD701716}" srcOrd="1" destOrd="0" presId="urn:microsoft.com/office/officeart/2018/2/layout/IconLabelList"/>
    <dgm:cxn modelId="{0AE177B9-9ADB-469A-B400-0796888F565A}" type="presParOf" srcId="{25303963-40B2-4677-8E4E-6A261F52CFDB}" destId="{3C67386E-30BF-4D17-A5FE-5FC01EF0B87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27F9449-4533-4421-86EB-A9DA74C80291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E9A457-986F-456C-9A91-4F25C4D116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Code structure ensures modularity and reusability.</a:t>
          </a:r>
        </a:p>
      </dgm:t>
    </dgm:pt>
    <dgm:pt modelId="{F9ECB0D9-AC29-4D12-A6EB-25B2F744CD9F}" type="parTrans" cxnId="{5C61A5E2-1759-45AB-B74B-A3D4F60B766E}">
      <dgm:prSet/>
      <dgm:spPr/>
      <dgm:t>
        <a:bodyPr/>
        <a:lstStyle/>
        <a:p>
          <a:endParaRPr lang="en-US"/>
        </a:p>
      </dgm:t>
    </dgm:pt>
    <dgm:pt modelId="{88922A8B-24B7-4E8D-A31F-A000FF65B69B}" type="sibTrans" cxnId="{5C61A5E2-1759-45AB-B74B-A3D4F60B766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BC60DED-44DB-4B48-9D9E-37B27356A5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Global state management simplifies authentication handling.</a:t>
          </a:r>
        </a:p>
      </dgm:t>
    </dgm:pt>
    <dgm:pt modelId="{E31CFC2C-9AF3-460C-9049-2EF6F4D2CC50}" type="parTrans" cxnId="{DB7A513B-277D-44A2-8F72-662FF1F7D996}">
      <dgm:prSet/>
      <dgm:spPr/>
      <dgm:t>
        <a:bodyPr/>
        <a:lstStyle/>
        <a:p>
          <a:endParaRPr lang="en-US"/>
        </a:p>
      </dgm:t>
    </dgm:pt>
    <dgm:pt modelId="{DEB9478B-2B0F-4D04-9E70-47A2A7EB9A79}" type="sibTrans" cxnId="{DB7A513B-277D-44A2-8F72-662FF1F7D99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51DBB6B-054D-481C-9465-F1D222776D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Forms are dynamic, user-friendly, and integrated with APIs.</a:t>
          </a:r>
        </a:p>
      </dgm:t>
    </dgm:pt>
    <dgm:pt modelId="{D8509903-6BBF-48C5-A976-60BD78683852}" type="parTrans" cxnId="{2E79B0FC-AB77-4600-93E6-BE022E95FA38}">
      <dgm:prSet/>
      <dgm:spPr/>
      <dgm:t>
        <a:bodyPr/>
        <a:lstStyle/>
        <a:p>
          <a:endParaRPr lang="en-US"/>
        </a:p>
      </dgm:t>
    </dgm:pt>
    <dgm:pt modelId="{4D83E874-E5F5-4E00-A6E6-A233B20C6A76}" type="sibTrans" cxnId="{2E79B0FC-AB77-4600-93E6-BE022E95FA3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BC2F6A3-2376-460A-9C1C-D5C3EF2415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Next Steps: Add form validations and enhance UI responsiveness.</a:t>
          </a:r>
        </a:p>
      </dgm:t>
    </dgm:pt>
    <dgm:pt modelId="{CAEBCF2D-7014-4A86-ACD4-BC306D096038}" type="parTrans" cxnId="{849813CC-596F-484D-866C-119339BCD756}">
      <dgm:prSet/>
      <dgm:spPr/>
      <dgm:t>
        <a:bodyPr/>
        <a:lstStyle/>
        <a:p>
          <a:endParaRPr lang="en-US"/>
        </a:p>
      </dgm:t>
    </dgm:pt>
    <dgm:pt modelId="{8B0AB507-EFBE-480B-9381-10403A595C50}" type="sibTrans" cxnId="{849813CC-596F-484D-866C-119339BCD756}">
      <dgm:prSet/>
      <dgm:spPr/>
      <dgm:t>
        <a:bodyPr/>
        <a:lstStyle/>
        <a:p>
          <a:endParaRPr lang="en-US"/>
        </a:p>
      </dgm:t>
    </dgm:pt>
    <dgm:pt modelId="{32FB35EE-86EC-4195-91D0-69AF769DDC9D}" type="pres">
      <dgm:prSet presAssocID="{C27F9449-4533-4421-86EB-A9DA74C80291}" presName="root" presStyleCnt="0">
        <dgm:presLayoutVars>
          <dgm:dir/>
          <dgm:resizeHandles val="exact"/>
        </dgm:presLayoutVars>
      </dgm:prSet>
      <dgm:spPr/>
    </dgm:pt>
    <dgm:pt modelId="{14DE2612-8CAD-46DF-9198-05B5EB2551F1}" type="pres">
      <dgm:prSet presAssocID="{C27F9449-4533-4421-86EB-A9DA74C80291}" presName="container" presStyleCnt="0">
        <dgm:presLayoutVars>
          <dgm:dir/>
          <dgm:resizeHandles val="exact"/>
        </dgm:presLayoutVars>
      </dgm:prSet>
      <dgm:spPr/>
    </dgm:pt>
    <dgm:pt modelId="{4591BB52-877E-49A4-973B-058A754BB787}" type="pres">
      <dgm:prSet presAssocID="{2DE9A457-986F-456C-9A91-4F25C4D1167C}" presName="compNode" presStyleCnt="0"/>
      <dgm:spPr/>
    </dgm:pt>
    <dgm:pt modelId="{F4F9CCCD-D766-43FF-BC77-3B216E18B071}" type="pres">
      <dgm:prSet presAssocID="{2DE9A457-986F-456C-9A91-4F25C4D1167C}" presName="iconBgRect" presStyleLbl="bgShp" presStyleIdx="0" presStyleCnt="4"/>
      <dgm:spPr/>
    </dgm:pt>
    <dgm:pt modelId="{0883BE7F-5A2D-4D5B-8851-380F86609121}" type="pres">
      <dgm:prSet presAssocID="{2DE9A457-986F-456C-9A91-4F25C4D1167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2D2AE908-5778-44A1-B219-BEB3010A58EE}" type="pres">
      <dgm:prSet presAssocID="{2DE9A457-986F-456C-9A91-4F25C4D1167C}" presName="spaceRect" presStyleCnt="0"/>
      <dgm:spPr/>
    </dgm:pt>
    <dgm:pt modelId="{20FA92ED-39FA-4EAB-B54D-9F893C9AA427}" type="pres">
      <dgm:prSet presAssocID="{2DE9A457-986F-456C-9A91-4F25C4D1167C}" presName="textRect" presStyleLbl="revTx" presStyleIdx="0" presStyleCnt="4">
        <dgm:presLayoutVars>
          <dgm:chMax val="1"/>
          <dgm:chPref val="1"/>
        </dgm:presLayoutVars>
      </dgm:prSet>
      <dgm:spPr/>
    </dgm:pt>
    <dgm:pt modelId="{3C0E124E-C1B8-4E87-B373-30268F6B4C11}" type="pres">
      <dgm:prSet presAssocID="{88922A8B-24B7-4E8D-A31F-A000FF65B69B}" presName="sibTrans" presStyleLbl="sibTrans2D1" presStyleIdx="0" presStyleCnt="0"/>
      <dgm:spPr/>
    </dgm:pt>
    <dgm:pt modelId="{B8AD3FA3-8DFE-47A8-B2B3-492EEB89CE12}" type="pres">
      <dgm:prSet presAssocID="{6BC60DED-44DB-4B48-9D9E-37B27356A58C}" presName="compNode" presStyleCnt="0"/>
      <dgm:spPr/>
    </dgm:pt>
    <dgm:pt modelId="{EFA8BA01-D509-4F2E-962D-F6BA9FE7B30D}" type="pres">
      <dgm:prSet presAssocID="{6BC60DED-44DB-4B48-9D9E-37B27356A58C}" presName="iconBgRect" presStyleLbl="bgShp" presStyleIdx="1" presStyleCnt="4"/>
      <dgm:spPr/>
    </dgm:pt>
    <dgm:pt modelId="{2BCC49DE-4773-4E68-8C0A-75A0B888CB9F}" type="pres">
      <dgm:prSet presAssocID="{6BC60DED-44DB-4B48-9D9E-37B27356A58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C0186EB3-6210-4793-BBF6-5848190A7829}" type="pres">
      <dgm:prSet presAssocID="{6BC60DED-44DB-4B48-9D9E-37B27356A58C}" presName="spaceRect" presStyleCnt="0"/>
      <dgm:spPr/>
    </dgm:pt>
    <dgm:pt modelId="{0BEC9A7C-CF75-46EB-AE2E-FD640DCC8314}" type="pres">
      <dgm:prSet presAssocID="{6BC60DED-44DB-4B48-9D9E-37B27356A58C}" presName="textRect" presStyleLbl="revTx" presStyleIdx="1" presStyleCnt="4">
        <dgm:presLayoutVars>
          <dgm:chMax val="1"/>
          <dgm:chPref val="1"/>
        </dgm:presLayoutVars>
      </dgm:prSet>
      <dgm:spPr/>
    </dgm:pt>
    <dgm:pt modelId="{44728802-B189-4F0A-86EB-51127B2B25C3}" type="pres">
      <dgm:prSet presAssocID="{DEB9478B-2B0F-4D04-9E70-47A2A7EB9A79}" presName="sibTrans" presStyleLbl="sibTrans2D1" presStyleIdx="0" presStyleCnt="0"/>
      <dgm:spPr/>
    </dgm:pt>
    <dgm:pt modelId="{EB3103A7-BEBA-43F1-B9EC-2A82879B1B4D}" type="pres">
      <dgm:prSet presAssocID="{151DBB6B-054D-481C-9465-F1D222776D5D}" presName="compNode" presStyleCnt="0"/>
      <dgm:spPr/>
    </dgm:pt>
    <dgm:pt modelId="{D98C2242-5F93-449C-931F-AF1DFA3FA2AC}" type="pres">
      <dgm:prSet presAssocID="{151DBB6B-054D-481C-9465-F1D222776D5D}" presName="iconBgRect" presStyleLbl="bgShp" presStyleIdx="2" presStyleCnt="4"/>
      <dgm:spPr/>
    </dgm:pt>
    <dgm:pt modelId="{072C532E-EAB4-4408-84A3-04520A0EDFDC}" type="pres">
      <dgm:prSet presAssocID="{151DBB6B-054D-481C-9465-F1D222776D5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E7D3766C-BE54-42B8-87F7-51FA848D1B02}" type="pres">
      <dgm:prSet presAssocID="{151DBB6B-054D-481C-9465-F1D222776D5D}" presName="spaceRect" presStyleCnt="0"/>
      <dgm:spPr/>
    </dgm:pt>
    <dgm:pt modelId="{A52E0749-54A9-4E56-B126-38FA94F1871C}" type="pres">
      <dgm:prSet presAssocID="{151DBB6B-054D-481C-9465-F1D222776D5D}" presName="textRect" presStyleLbl="revTx" presStyleIdx="2" presStyleCnt="4">
        <dgm:presLayoutVars>
          <dgm:chMax val="1"/>
          <dgm:chPref val="1"/>
        </dgm:presLayoutVars>
      </dgm:prSet>
      <dgm:spPr/>
    </dgm:pt>
    <dgm:pt modelId="{76659E38-D908-4085-86CD-EB1375B67FD8}" type="pres">
      <dgm:prSet presAssocID="{4D83E874-E5F5-4E00-A6E6-A233B20C6A76}" presName="sibTrans" presStyleLbl="sibTrans2D1" presStyleIdx="0" presStyleCnt="0"/>
      <dgm:spPr/>
    </dgm:pt>
    <dgm:pt modelId="{74239C45-6EA8-461A-A385-648B16D3BEA6}" type="pres">
      <dgm:prSet presAssocID="{0BC2F6A3-2376-460A-9C1C-D5C3EF241562}" presName="compNode" presStyleCnt="0"/>
      <dgm:spPr/>
    </dgm:pt>
    <dgm:pt modelId="{A2B985ED-1FA9-40B0-9958-C3395885BFC3}" type="pres">
      <dgm:prSet presAssocID="{0BC2F6A3-2376-460A-9C1C-D5C3EF241562}" presName="iconBgRect" presStyleLbl="bgShp" presStyleIdx="3" presStyleCnt="4"/>
      <dgm:spPr/>
    </dgm:pt>
    <dgm:pt modelId="{9DA3CEE4-261F-401E-AB2E-9C7BEDC2EE0F}" type="pres">
      <dgm:prSet presAssocID="{0BC2F6A3-2376-460A-9C1C-D5C3EF24156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C14EF61E-1009-4BA3-A862-252E53068A51}" type="pres">
      <dgm:prSet presAssocID="{0BC2F6A3-2376-460A-9C1C-D5C3EF241562}" presName="spaceRect" presStyleCnt="0"/>
      <dgm:spPr/>
    </dgm:pt>
    <dgm:pt modelId="{93BDC0C6-C3D6-453D-9AFC-1E1ED0305C43}" type="pres">
      <dgm:prSet presAssocID="{0BC2F6A3-2376-460A-9C1C-D5C3EF24156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B7A513B-277D-44A2-8F72-662FF1F7D996}" srcId="{C27F9449-4533-4421-86EB-A9DA74C80291}" destId="{6BC60DED-44DB-4B48-9D9E-37B27356A58C}" srcOrd="1" destOrd="0" parTransId="{E31CFC2C-9AF3-460C-9049-2EF6F4D2CC50}" sibTransId="{DEB9478B-2B0F-4D04-9E70-47A2A7EB9A79}"/>
    <dgm:cxn modelId="{A09E7541-D5C1-42F0-915A-BF4DD2C980AB}" type="presOf" srcId="{2DE9A457-986F-456C-9A91-4F25C4D1167C}" destId="{20FA92ED-39FA-4EAB-B54D-9F893C9AA427}" srcOrd="0" destOrd="0" presId="urn:microsoft.com/office/officeart/2018/2/layout/IconCircleList"/>
    <dgm:cxn modelId="{6CCC5F66-CB06-444F-94EC-E3D50FDA8F5E}" type="presOf" srcId="{DEB9478B-2B0F-4D04-9E70-47A2A7EB9A79}" destId="{44728802-B189-4F0A-86EB-51127B2B25C3}" srcOrd="0" destOrd="0" presId="urn:microsoft.com/office/officeart/2018/2/layout/IconCircleList"/>
    <dgm:cxn modelId="{90562A58-290D-45DA-A496-113CAE1A1255}" type="presOf" srcId="{6BC60DED-44DB-4B48-9D9E-37B27356A58C}" destId="{0BEC9A7C-CF75-46EB-AE2E-FD640DCC8314}" srcOrd="0" destOrd="0" presId="urn:microsoft.com/office/officeart/2018/2/layout/IconCircleList"/>
    <dgm:cxn modelId="{80CE945A-D63F-41AE-96BB-8887CE63EFCB}" type="presOf" srcId="{4D83E874-E5F5-4E00-A6E6-A233B20C6A76}" destId="{76659E38-D908-4085-86CD-EB1375B67FD8}" srcOrd="0" destOrd="0" presId="urn:microsoft.com/office/officeart/2018/2/layout/IconCircleList"/>
    <dgm:cxn modelId="{8A90427E-9C7D-432A-B853-41AE485BC779}" type="presOf" srcId="{C27F9449-4533-4421-86EB-A9DA74C80291}" destId="{32FB35EE-86EC-4195-91D0-69AF769DDC9D}" srcOrd="0" destOrd="0" presId="urn:microsoft.com/office/officeart/2018/2/layout/IconCircleList"/>
    <dgm:cxn modelId="{849813CC-596F-484D-866C-119339BCD756}" srcId="{C27F9449-4533-4421-86EB-A9DA74C80291}" destId="{0BC2F6A3-2376-460A-9C1C-D5C3EF241562}" srcOrd="3" destOrd="0" parTransId="{CAEBCF2D-7014-4A86-ACD4-BC306D096038}" sibTransId="{8B0AB507-EFBE-480B-9381-10403A595C50}"/>
    <dgm:cxn modelId="{2A1631D5-C7C4-482E-A6D5-A655004BC6A7}" type="presOf" srcId="{151DBB6B-054D-481C-9465-F1D222776D5D}" destId="{A52E0749-54A9-4E56-B126-38FA94F1871C}" srcOrd="0" destOrd="0" presId="urn:microsoft.com/office/officeart/2018/2/layout/IconCircleList"/>
    <dgm:cxn modelId="{4C738DD6-4FA5-412E-8B0E-434A29BC3E5D}" type="presOf" srcId="{88922A8B-24B7-4E8D-A31F-A000FF65B69B}" destId="{3C0E124E-C1B8-4E87-B373-30268F6B4C11}" srcOrd="0" destOrd="0" presId="urn:microsoft.com/office/officeart/2018/2/layout/IconCircleList"/>
    <dgm:cxn modelId="{5C61A5E2-1759-45AB-B74B-A3D4F60B766E}" srcId="{C27F9449-4533-4421-86EB-A9DA74C80291}" destId="{2DE9A457-986F-456C-9A91-4F25C4D1167C}" srcOrd="0" destOrd="0" parTransId="{F9ECB0D9-AC29-4D12-A6EB-25B2F744CD9F}" sibTransId="{88922A8B-24B7-4E8D-A31F-A000FF65B69B}"/>
    <dgm:cxn modelId="{BA2EDFE9-E3B5-4A15-89CF-44C825D5FADA}" type="presOf" srcId="{0BC2F6A3-2376-460A-9C1C-D5C3EF241562}" destId="{93BDC0C6-C3D6-453D-9AFC-1E1ED0305C43}" srcOrd="0" destOrd="0" presId="urn:microsoft.com/office/officeart/2018/2/layout/IconCircleList"/>
    <dgm:cxn modelId="{2E79B0FC-AB77-4600-93E6-BE022E95FA38}" srcId="{C27F9449-4533-4421-86EB-A9DA74C80291}" destId="{151DBB6B-054D-481C-9465-F1D222776D5D}" srcOrd="2" destOrd="0" parTransId="{D8509903-6BBF-48C5-A976-60BD78683852}" sibTransId="{4D83E874-E5F5-4E00-A6E6-A233B20C6A76}"/>
    <dgm:cxn modelId="{D5B34C35-4F1B-4366-B96B-5F109CE0C53C}" type="presParOf" srcId="{32FB35EE-86EC-4195-91D0-69AF769DDC9D}" destId="{14DE2612-8CAD-46DF-9198-05B5EB2551F1}" srcOrd="0" destOrd="0" presId="urn:microsoft.com/office/officeart/2018/2/layout/IconCircleList"/>
    <dgm:cxn modelId="{169C0359-ADDC-4AAA-8B48-B101E8109F0A}" type="presParOf" srcId="{14DE2612-8CAD-46DF-9198-05B5EB2551F1}" destId="{4591BB52-877E-49A4-973B-058A754BB787}" srcOrd="0" destOrd="0" presId="urn:microsoft.com/office/officeart/2018/2/layout/IconCircleList"/>
    <dgm:cxn modelId="{C51C9DE6-7D84-475A-8C89-528A9EB2E3B6}" type="presParOf" srcId="{4591BB52-877E-49A4-973B-058A754BB787}" destId="{F4F9CCCD-D766-43FF-BC77-3B216E18B071}" srcOrd="0" destOrd="0" presId="urn:microsoft.com/office/officeart/2018/2/layout/IconCircleList"/>
    <dgm:cxn modelId="{0F2F6C24-139D-4CE7-9FEA-46095B2224EB}" type="presParOf" srcId="{4591BB52-877E-49A4-973B-058A754BB787}" destId="{0883BE7F-5A2D-4D5B-8851-380F86609121}" srcOrd="1" destOrd="0" presId="urn:microsoft.com/office/officeart/2018/2/layout/IconCircleList"/>
    <dgm:cxn modelId="{CAC51284-DA3F-4B14-87FE-8EAE15016546}" type="presParOf" srcId="{4591BB52-877E-49A4-973B-058A754BB787}" destId="{2D2AE908-5778-44A1-B219-BEB3010A58EE}" srcOrd="2" destOrd="0" presId="urn:microsoft.com/office/officeart/2018/2/layout/IconCircleList"/>
    <dgm:cxn modelId="{DFFF4B7D-038B-43D7-875F-08B7D30CBE0E}" type="presParOf" srcId="{4591BB52-877E-49A4-973B-058A754BB787}" destId="{20FA92ED-39FA-4EAB-B54D-9F893C9AA427}" srcOrd="3" destOrd="0" presId="urn:microsoft.com/office/officeart/2018/2/layout/IconCircleList"/>
    <dgm:cxn modelId="{5ECEDDFF-811A-4306-B22B-D7A95BD6B46B}" type="presParOf" srcId="{14DE2612-8CAD-46DF-9198-05B5EB2551F1}" destId="{3C0E124E-C1B8-4E87-B373-30268F6B4C11}" srcOrd="1" destOrd="0" presId="urn:microsoft.com/office/officeart/2018/2/layout/IconCircleList"/>
    <dgm:cxn modelId="{48ADEA32-EC90-412E-A07A-78B9844C38FA}" type="presParOf" srcId="{14DE2612-8CAD-46DF-9198-05B5EB2551F1}" destId="{B8AD3FA3-8DFE-47A8-B2B3-492EEB89CE12}" srcOrd="2" destOrd="0" presId="urn:microsoft.com/office/officeart/2018/2/layout/IconCircleList"/>
    <dgm:cxn modelId="{A9F620E9-37F2-4ACD-927B-6098E626931B}" type="presParOf" srcId="{B8AD3FA3-8DFE-47A8-B2B3-492EEB89CE12}" destId="{EFA8BA01-D509-4F2E-962D-F6BA9FE7B30D}" srcOrd="0" destOrd="0" presId="urn:microsoft.com/office/officeart/2018/2/layout/IconCircleList"/>
    <dgm:cxn modelId="{9DC898DA-B03F-4FA5-815C-EED58C1D7DF6}" type="presParOf" srcId="{B8AD3FA3-8DFE-47A8-B2B3-492EEB89CE12}" destId="{2BCC49DE-4773-4E68-8C0A-75A0B888CB9F}" srcOrd="1" destOrd="0" presId="urn:microsoft.com/office/officeart/2018/2/layout/IconCircleList"/>
    <dgm:cxn modelId="{E073CE0A-73E5-4F98-B8AD-F14AF98282B3}" type="presParOf" srcId="{B8AD3FA3-8DFE-47A8-B2B3-492EEB89CE12}" destId="{C0186EB3-6210-4793-BBF6-5848190A7829}" srcOrd="2" destOrd="0" presId="urn:microsoft.com/office/officeart/2018/2/layout/IconCircleList"/>
    <dgm:cxn modelId="{A81CBDC4-DA86-4A4C-8D67-29317ED9D1E1}" type="presParOf" srcId="{B8AD3FA3-8DFE-47A8-B2B3-492EEB89CE12}" destId="{0BEC9A7C-CF75-46EB-AE2E-FD640DCC8314}" srcOrd="3" destOrd="0" presId="urn:microsoft.com/office/officeart/2018/2/layout/IconCircleList"/>
    <dgm:cxn modelId="{7098A2E2-D7DF-4D79-B5C1-D1C42E98951A}" type="presParOf" srcId="{14DE2612-8CAD-46DF-9198-05B5EB2551F1}" destId="{44728802-B189-4F0A-86EB-51127B2B25C3}" srcOrd="3" destOrd="0" presId="urn:microsoft.com/office/officeart/2018/2/layout/IconCircleList"/>
    <dgm:cxn modelId="{89199DDC-A794-473D-A341-E0D9FB41CB53}" type="presParOf" srcId="{14DE2612-8CAD-46DF-9198-05B5EB2551F1}" destId="{EB3103A7-BEBA-43F1-B9EC-2A82879B1B4D}" srcOrd="4" destOrd="0" presId="urn:microsoft.com/office/officeart/2018/2/layout/IconCircleList"/>
    <dgm:cxn modelId="{E88CF466-27C4-4E46-A5F5-8071A7BA1CE0}" type="presParOf" srcId="{EB3103A7-BEBA-43F1-B9EC-2A82879B1B4D}" destId="{D98C2242-5F93-449C-931F-AF1DFA3FA2AC}" srcOrd="0" destOrd="0" presId="urn:microsoft.com/office/officeart/2018/2/layout/IconCircleList"/>
    <dgm:cxn modelId="{E9D33A67-C826-4186-AC13-2AC7BB5822D1}" type="presParOf" srcId="{EB3103A7-BEBA-43F1-B9EC-2A82879B1B4D}" destId="{072C532E-EAB4-4408-84A3-04520A0EDFDC}" srcOrd="1" destOrd="0" presId="urn:microsoft.com/office/officeart/2018/2/layout/IconCircleList"/>
    <dgm:cxn modelId="{DAF0B3CF-A6C6-4CAA-89F1-FBAD9BABCD68}" type="presParOf" srcId="{EB3103A7-BEBA-43F1-B9EC-2A82879B1B4D}" destId="{E7D3766C-BE54-42B8-87F7-51FA848D1B02}" srcOrd="2" destOrd="0" presId="urn:microsoft.com/office/officeart/2018/2/layout/IconCircleList"/>
    <dgm:cxn modelId="{CA86CF8D-7D57-4CD9-B2F6-CC6AE7865D1D}" type="presParOf" srcId="{EB3103A7-BEBA-43F1-B9EC-2A82879B1B4D}" destId="{A52E0749-54A9-4E56-B126-38FA94F1871C}" srcOrd="3" destOrd="0" presId="urn:microsoft.com/office/officeart/2018/2/layout/IconCircleList"/>
    <dgm:cxn modelId="{E5408F4C-157F-44ED-ADE6-DD3A7330C434}" type="presParOf" srcId="{14DE2612-8CAD-46DF-9198-05B5EB2551F1}" destId="{76659E38-D908-4085-86CD-EB1375B67FD8}" srcOrd="5" destOrd="0" presId="urn:microsoft.com/office/officeart/2018/2/layout/IconCircleList"/>
    <dgm:cxn modelId="{327056B4-127A-4855-819C-4A785A1F13A3}" type="presParOf" srcId="{14DE2612-8CAD-46DF-9198-05B5EB2551F1}" destId="{74239C45-6EA8-461A-A385-648B16D3BEA6}" srcOrd="6" destOrd="0" presId="urn:microsoft.com/office/officeart/2018/2/layout/IconCircleList"/>
    <dgm:cxn modelId="{FAD81B98-BB54-45A8-94E7-04929A8AB56B}" type="presParOf" srcId="{74239C45-6EA8-461A-A385-648B16D3BEA6}" destId="{A2B985ED-1FA9-40B0-9958-C3395885BFC3}" srcOrd="0" destOrd="0" presId="urn:microsoft.com/office/officeart/2018/2/layout/IconCircleList"/>
    <dgm:cxn modelId="{3EBF8A97-59A8-43A2-AE43-89B04D056C6D}" type="presParOf" srcId="{74239C45-6EA8-461A-A385-648B16D3BEA6}" destId="{9DA3CEE4-261F-401E-AB2E-9C7BEDC2EE0F}" srcOrd="1" destOrd="0" presId="urn:microsoft.com/office/officeart/2018/2/layout/IconCircleList"/>
    <dgm:cxn modelId="{016D396F-5AC5-4F65-8FEA-94CC9BE3D80B}" type="presParOf" srcId="{74239C45-6EA8-461A-A385-648B16D3BEA6}" destId="{C14EF61E-1009-4BA3-A862-252E53068A51}" srcOrd="2" destOrd="0" presId="urn:microsoft.com/office/officeart/2018/2/layout/IconCircleList"/>
    <dgm:cxn modelId="{0F95A644-EA8A-4C52-B170-88708FEE2523}" type="presParOf" srcId="{74239C45-6EA8-461A-A385-648B16D3BEA6}" destId="{93BDC0C6-C3D6-453D-9AFC-1E1ED0305C4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787ED5-DA19-40EC-94F1-EF801DBE00C8}">
      <dsp:nvSpPr>
        <dsp:cNvPr id="0" name=""/>
        <dsp:cNvSpPr/>
      </dsp:nvSpPr>
      <dsp:spPr>
        <a:xfrm>
          <a:off x="1319709" y="383506"/>
          <a:ext cx="751464" cy="75146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4D5310-25EE-41D2-B8A7-C4C90A168449}">
      <dsp:nvSpPr>
        <dsp:cNvPr id="0" name=""/>
        <dsp:cNvSpPr/>
      </dsp:nvSpPr>
      <dsp:spPr>
        <a:xfrm>
          <a:off x="860480" y="1409291"/>
          <a:ext cx="1669921" cy="667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Uses React Context to manage global state.</a:t>
          </a:r>
        </a:p>
      </dsp:txBody>
      <dsp:txXfrm>
        <a:off x="860480" y="1409291"/>
        <a:ext cx="1669921" cy="667968"/>
      </dsp:txXfrm>
    </dsp:sp>
    <dsp:sp modelId="{969683EB-D03A-4D17-9849-655ACBE141A1}">
      <dsp:nvSpPr>
        <dsp:cNvPr id="0" name=""/>
        <dsp:cNvSpPr/>
      </dsp:nvSpPr>
      <dsp:spPr>
        <a:xfrm>
          <a:off x="3281867" y="383506"/>
          <a:ext cx="751464" cy="75146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A36C67-62FE-47AA-AEDA-EE96425A5F70}">
      <dsp:nvSpPr>
        <dsp:cNvPr id="0" name=""/>
        <dsp:cNvSpPr/>
      </dsp:nvSpPr>
      <dsp:spPr>
        <a:xfrm>
          <a:off x="2822639" y="1409291"/>
          <a:ext cx="1669921" cy="667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Manages 'isAuthenticated' and 'user' states for authentication.</a:t>
          </a:r>
        </a:p>
      </dsp:txBody>
      <dsp:txXfrm>
        <a:off x="2822639" y="1409291"/>
        <a:ext cx="1669921" cy="667968"/>
      </dsp:txXfrm>
    </dsp:sp>
    <dsp:sp modelId="{F73EEF4A-88D2-41B8-BB09-C84D2F511257}">
      <dsp:nvSpPr>
        <dsp:cNvPr id="0" name=""/>
        <dsp:cNvSpPr/>
      </dsp:nvSpPr>
      <dsp:spPr>
        <a:xfrm>
          <a:off x="5244025" y="383506"/>
          <a:ext cx="751464" cy="75146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5DCF3F-4F39-45BF-9887-B73B6A0EA095}">
      <dsp:nvSpPr>
        <dsp:cNvPr id="0" name=""/>
        <dsp:cNvSpPr/>
      </dsp:nvSpPr>
      <dsp:spPr>
        <a:xfrm>
          <a:off x="4784797" y="1409291"/>
          <a:ext cx="1669921" cy="667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Wraps the App component with a Context Provider.</a:t>
          </a:r>
        </a:p>
      </dsp:txBody>
      <dsp:txXfrm>
        <a:off x="4784797" y="1409291"/>
        <a:ext cx="1669921" cy="667968"/>
      </dsp:txXfrm>
    </dsp:sp>
    <dsp:sp modelId="{E23D6774-22D3-4607-947E-BBE895F5068E}">
      <dsp:nvSpPr>
        <dsp:cNvPr id="0" name=""/>
        <dsp:cNvSpPr/>
      </dsp:nvSpPr>
      <dsp:spPr>
        <a:xfrm>
          <a:off x="3281867" y="2494740"/>
          <a:ext cx="751464" cy="75146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054EDE-7E55-4AF4-BBB4-9C0D7CEDEBEF}">
      <dsp:nvSpPr>
        <dsp:cNvPr id="0" name=""/>
        <dsp:cNvSpPr/>
      </dsp:nvSpPr>
      <dsp:spPr>
        <a:xfrm>
          <a:off x="2822639" y="3520525"/>
          <a:ext cx="1669921" cy="667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Ensures consistent data sharing across components.</a:t>
          </a:r>
        </a:p>
      </dsp:txBody>
      <dsp:txXfrm>
        <a:off x="2822639" y="3520525"/>
        <a:ext cx="1669921" cy="6679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C1E8CD-AFDD-420F-B17D-900FF7E3CB8A}">
      <dsp:nvSpPr>
        <dsp:cNvPr id="0" name=""/>
        <dsp:cNvSpPr/>
      </dsp:nvSpPr>
      <dsp:spPr>
        <a:xfrm>
          <a:off x="655019" y="1294629"/>
          <a:ext cx="965115" cy="9651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B47A53-0E7E-4C78-B658-BBAB85E0E80C}">
      <dsp:nvSpPr>
        <dsp:cNvPr id="0" name=""/>
        <dsp:cNvSpPr/>
      </dsp:nvSpPr>
      <dsp:spPr>
        <a:xfrm>
          <a:off x="65227" y="2557370"/>
          <a:ext cx="21447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The AppWrapper component initializes state values.</a:t>
          </a:r>
        </a:p>
      </dsp:txBody>
      <dsp:txXfrm>
        <a:off x="65227" y="2557370"/>
        <a:ext cx="2144700" cy="720000"/>
      </dsp:txXfrm>
    </dsp:sp>
    <dsp:sp modelId="{4B7E5971-32D6-41D8-A40C-5BF3CD9E88EC}">
      <dsp:nvSpPr>
        <dsp:cNvPr id="0" name=""/>
        <dsp:cNvSpPr/>
      </dsp:nvSpPr>
      <dsp:spPr>
        <a:xfrm>
          <a:off x="3175042" y="1294629"/>
          <a:ext cx="965115" cy="9651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317E32-AE4D-430B-A0B1-F188C972186D}">
      <dsp:nvSpPr>
        <dsp:cNvPr id="0" name=""/>
        <dsp:cNvSpPr/>
      </dsp:nvSpPr>
      <dsp:spPr>
        <a:xfrm>
          <a:off x="2585249" y="2557370"/>
          <a:ext cx="21447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ReactDOM renders AppWrapper into the root DOM node.</a:t>
          </a:r>
        </a:p>
      </dsp:txBody>
      <dsp:txXfrm>
        <a:off x="2585249" y="2557370"/>
        <a:ext cx="2144700" cy="720000"/>
      </dsp:txXfrm>
    </dsp:sp>
    <dsp:sp modelId="{84094526-E813-408D-83FE-8516A24858A9}">
      <dsp:nvSpPr>
        <dsp:cNvPr id="0" name=""/>
        <dsp:cNvSpPr/>
      </dsp:nvSpPr>
      <dsp:spPr>
        <a:xfrm>
          <a:off x="5695065" y="1294629"/>
          <a:ext cx="965115" cy="9651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1E50FD-3583-4822-B07B-1807478168A9}">
      <dsp:nvSpPr>
        <dsp:cNvPr id="0" name=""/>
        <dsp:cNvSpPr/>
      </dsp:nvSpPr>
      <dsp:spPr>
        <a:xfrm>
          <a:off x="5105272" y="2557370"/>
          <a:ext cx="21447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Supports scalable React applications with global state management.</a:t>
          </a:r>
        </a:p>
      </dsp:txBody>
      <dsp:txXfrm>
        <a:off x="5105272" y="2557370"/>
        <a:ext cx="21447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BA8895-CDC0-4C73-8551-EF10862CC14A}">
      <dsp:nvSpPr>
        <dsp:cNvPr id="0" name=""/>
        <dsp:cNvSpPr/>
      </dsp:nvSpPr>
      <dsp:spPr>
        <a:xfrm>
          <a:off x="655019" y="1294629"/>
          <a:ext cx="965115" cy="9651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E0E461-6330-4D13-B858-FCF11A35421E}">
      <dsp:nvSpPr>
        <dsp:cNvPr id="0" name=""/>
        <dsp:cNvSpPr/>
      </dsp:nvSpPr>
      <dsp:spPr>
        <a:xfrm>
          <a:off x="65227" y="2557370"/>
          <a:ext cx="21447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Creates a user-friendly form for scheduling appointments.</a:t>
          </a:r>
        </a:p>
      </dsp:txBody>
      <dsp:txXfrm>
        <a:off x="65227" y="2557370"/>
        <a:ext cx="2144700" cy="720000"/>
      </dsp:txXfrm>
    </dsp:sp>
    <dsp:sp modelId="{0AB0907B-882C-4824-8979-1A483A1CDBE1}">
      <dsp:nvSpPr>
        <dsp:cNvPr id="0" name=""/>
        <dsp:cNvSpPr/>
      </dsp:nvSpPr>
      <dsp:spPr>
        <a:xfrm>
          <a:off x="3175042" y="1294629"/>
          <a:ext cx="965115" cy="9651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A51506-ABCC-4B63-BB74-9719E6EF5247}">
      <dsp:nvSpPr>
        <dsp:cNvPr id="0" name=""/>
        <dsp:cNvSpPr/>
      </dsp:nvSpPr>
      <dsp:spPr>
        <a:xfrm>
          <a:off x="2585249" y="2557370"/>
          <a:ext cx="21447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Collects input fields: name, email, phone, appointment date, etc.</a:t>
          </a:r>
        </a:p>
      </dsp:txBody>
      <dsp:txXfrm>
        <a:off x="2585249" y="2557370"/>
        <a:ext cx="2144700" cy="720000"/>
      </dsp:txXfrm>
    </dsp:sp>
    <dsp:sp modelId="{26F6BC5A-D26A-4E3B-8CD3-4221D454A91C}">
      <dsp:nvSpPr>
        <dsp:cNvPr id="0" name=""/>
        <dsp:cNvSpPr/>
      </dsp:nvSpPr>
      <dsp:spPr>
        <a:xfrm>
          <a:off x="5695065" y="1294629"/>
          <a:ext cx="965115" cy="9651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116385-80EA-4B62-8A63-78A446ACA362}">
      <dsp:nvSpPr>
        <dsp:cNvPr id="0" name=""/>
        <dsp:cNvSpPr/>
      </dsp:nvSpPr>
      <dsp:spPr>
        <a:xfrm>
          <a:off x="5105272" y="2557370"/>
          <a:ext cx="21447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Fetches doctors dynamically based on department selection.</a:t>
          </a:r>
        </a:p>
      </dsp:txBody>
      <dsp:txXfrm>
        <a:off x="5105272" y="2557370"/>
        <a:ext cx="21447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0380BA-2625-47B8-B540-F6E6EE0B067F}">
      <dsp:nvSpPr>
        <dsp:cNvPr id="0" name=""/>
        <dsp:cNvSpPr/>
      </dsp:nvSpPr>
      <dsp:spPr>
        <a:xfrm>
          <a:off x="2745878" y="1619"/>
          <a:ext cx="1823442" cy="1823442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• Uses Axios to send a POST request to the backend.</a:t>
          </a:r>
        </a:p>
      </dsp:txBody>
      <dsp:txXfrm>
        <a:off x="3201739" y="1619"/>
        <a:ext cx="911721" cy="1504340"/>
      </dsp:txXfrm>
    </dsp:sp>
    <dsp:sp modelId="{D70EF1B4-8B01-4326-A817-88636732308A}">
      <dsp:nvSpPr>
        <dsp:cNvPr id="0" name=""/>
        <dsp:cNvSpPr/>
      </dsp:nvSpPr>
      <dsp:spPr>
        <a:xfrm rot="5400000">
          <a:off x="4118538" y="1374278"/>
          <a:ext cx="1823442" cy="1823442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Submits data like user details and appointment date.</a:t>
          </a:r>
        </a:p>
      </dsp:txBody>
      <dsp:txXfrm rot="-5400000">
        <a:off x="4437641" y="1830139"/>
        <a:ext cx="1504340" cy="911721"/>
      </dsp:txXfrm>
    </dsp:sp>
    <dsp:sp modelId="{BC614B6D-F16A-4523-BC9E-4AA656815492}">
      <dsp:nvSpPr>
        <dsp:cNvPr id="0" name=""/>
        <dsp:cNvSpPr/>
      </dsp:nvSpPr>
      <dsp:spPr>
        <a:xfrm rot="10800000">
          <a:off x="2745878" y="2746938"/>
          <a:ext cx="1823442" cy="1823442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Validates form fields and resets state upon submission.</a:t>
          </a:r>
        </a:p>
      </dsp:txBody>
      <dsp:txXfrm rot="10800000">
        <a:off x="3201738" y="3066040"/>
        <a:ext cx="911721" cy="1504340"/>
      </dsp:txXfrm>
    </dsp:sp>
    <dsp:sp modelId="{D83D82E5-AE3A-48D9-94F6-9A52BFD3B439}">
      <dsp:nvSpPr>
        <dsp:cNvPr id="0" name=""/>
        <dsp:cNvSpPr/>
      </dsp:nvSpPr>
      <dsp:spPr>
        <a:xfrm rot="16200000">
          <a:off x="1373219" y="1374278"/>
          <a:ext cx="1823442" cy="1823442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Provides user feedback with 'react-toastify' (success/error).</a:t>
          </a:r>
        </a:p>
      </dsp:txBody>
      <dsp:txXfrm rot="5400000">
        <a:off x="1373220" y="1830138"/>
        <a:ext cx="1504340" cy="91172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4C4209-C8C2-444D-98D6-D4D90DD179E9}">
      <dsp:nvSpPr>
        <dsp:cNvPr id="0" name=""/>
        <dsp:cNvSpPr/>
      </dsp:nvSpPr>
      <dsp:spPr>
        <a:xfrm>
          <a:off x="494099" y="1071000"/>
          <a:ext cx="1303875" cy="130387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3127D3-3FE0-499B-A9A1-00CF706BEA2B}">
      <dsp:nvSpPr>
        <dsp:cNvPr id="0" name=""/>
        <dsp:cNvSpPr/>
      </dsp:nvSpPr>
      <dsp:spPr>
        <a:xfrm>
          <a:off x="771974" y="1348875"/>
          <a:ext cx="748125" cy="7481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AD4D0B-AC27-4E1F-993A-A903BD4C6D2B}">
      <dsp:nvSpPr>
        <dsp:cNvPr id="0" name=""/>
        <dsp:cNvSpPr/>
      </dsp:nvSpPr>
      <dsp:spPr>
        <a:xfrm>
          <a:off x="77287" y="2781000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Fetches doctors using Axios GET request from an API.</a:t>
          </a:r>
        </a:p>
      </dsp:txBody>
      <dsp:txXfrm>
        <a:off x="77287" y="2781000"/>
        <a:ext cx="2137500" cy="720000"/>
      </dsp:txXfrm>
    </dsp:sp>
    <dsp:sp modelId="{F2BB113B-1D0C-4DC1-991A-4D933960E937}">
      <dsp:nvSpPr>
        <dsp:cNvPr id="0" name=""/>
        <dsp:cNvSpPr/>
      </dsp:nvSpPr>
      <dsp:spPr>
        <a:xfrm>
          <a:off x="3005662" y="1071000"/>
          <a:ext cx="1303875" cy="130387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4CA33A-C74A-4AA9-84F3-D1F038F0F51E}">
      <dsp:nvSpPr>
        <dsp:cNvPr id="0" name=""/>
        <dsp:cNvSpPr/>
      </dsp:nvSpPr>
      <dsp:spPr>
        <a:xfrm>
          <a:off x="3283537" y="1348875"/>
          <a:ext cx="748125" cy="7481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0F4FB8-A6F3-4439-858D-9908F5BE2C08}">
      <dsp:nvSpPr>
        <dsp:cNvPr id="0" name=""/>
        <dsp:cNvSpPr/>
      </dsp:nvSpPr>
      <dsp:spPr>
        <a:xfrm>
          <a:off x="2588849" y="2781000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Filters doctors based on the selected department.</a:t>
          </a:r>
        </a:p>
      </dsp:txBody>
      <dsp:txXfrm>
        <a:off x="2588849" y="2781000"/>
        <a:ext cx="2137500" cy="720000"/>
      </dsp:txXfrm>
    </dsp:sp>
    <dsp:sp modelId="{20A58034-5E3B-4074-927F-94A18727B36D}">
      <dsp:nvSpPr>
        <dsp:cNvPr id="0" name=""/>
        <dsp:cNvSpPr/>
      </dsp:nvSpPr>
      <dsp:spPr>
        <a:xfrm>
          <a:off x="5517225" y="1071000"/>
          <a:ext cx="1303875" cy="130387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6EFD47-074F-4E5B-B195-448454707F3A}">
      <dsp:nvSpPr>
        <dsp:cNvPr id="0" name=""/>
        <dsp:cNvSpPr/>
      </dsp:nvSpPr>
      <dsp:spPr>
        <a:xfrm>
          <a:off x="5795100" y="1348875"/>
          <a:ext cx="748125" cy="7481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A4818B-4B1A-409A-BAC6-0673DDFB9E0D}">
      <dsp:nvSpPr>
        <dsp:cNvPr id="0" name=""/>
        <dsp:cNvSpPr/>
      </dsp:nvSpPr>
      <dsp:spPr>
        <a:xfrm>
          <a:off x="5100412" y="2781000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Populates the doctor dropdown dynamically for user selection.</a:t>
          </a:r>
        </a:p>
      </dsp:txBody>
      <dsp:txXfrm>
        <a:off x="5100412" y="2781000"/>
        <a:ext cx="21375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B97032-F1EF-4C3D-BFED-5AE5E91B15A4}">
      <dsp:nvSpPr>
        <dsp:cNvPr id="0" name=""/>
        <dsp:cNvSpPr/>
      </dsp:nvSpPr>
      <dsp:spPr>
        <a:xfrm>
          <a:off x="655019" y="1294629"/>
          <a:ext cx="965115" cy="9651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7974A0-A44A-408D-B4F5-69E73C2EE56A}">
      <dsp:nvSpPr>
        <dsp:cNvPr id="0" name=""/>
        <dsp:cNvSpPr/>
      </dsp:nvSpPr>
      <dsp:spPr>
        <a:xfrm>
          <a:off x="65227" y="2557370"/>
          <a:ext cx="21447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Creates a responsive navigation bar for the app.</a:t>
          </a:r>
        </a:p>
      </dsp:txBody>
      <dsp:txXfrm>
        <a:off x="65227" y="2557370"/>
        <a:ext cx="2144700" cy="720000"/>
      </dsp:txXfrm>
    </dsp:sp>
    <dsp:sp modelId="{B66D8492-2D45-4D6D-8821-8F4A938D564D}">
      <dsp:nvSpPr>
        <dsp:cNvPr id="0" name=""/>
        <dsp:cNvSpPr/>
      </dsp:nvSpPr>
      <dsp:spPr>
        <a:xfrm>
          <a:off x="3175042" y="1294629"/>
          <a:ext cx="965115" cy="9651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2406A3-2550-48B5-94D9-7996B0A493B1}">
      <dsp:nvSpPr>
        <dsp:cNvPr id="0" name=""/>
        <dsp:cNvSpPr/>
      </dsp:nvSpPr>
      <dsp:spPr>
        <a:xfrm>
          <a:off x="2585249" y="2557370"/>
          <a:ext cx="21447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Displays links for navigation (Home, Login, Appointment, etc.).</a:t>
          </a:r>
        </a:p>
      </dsp:txBody>
      <dsp:txXfrm>
        <a:off x="2585249" y="2557370"/>
        <a:ext cx="2144700" cy="720000"/>
      </dsp:txXfrm>
    </dsp:sp>
    <dsp:sp modelId="{5C377D5D-9407-4DD9-A065-3FE3E3963D54}">
      <dsp:nvSpPr>
        <dsp:cNvPr id="0" name=""/>
        <dsp:cNvSpPr/>
      </dsp:nvSpPr>
      <dsp:spPr>
        <a:xfrm>
          <a:off x="5695065" y="1294629"/>
          <a:ext cx="965115" cy="9651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D27520-AE85-497A-A0E6-4D23CC89CF7C}">
      <dsp:nvSpPr>
        <dsp:cNvPr id="0" name=""/>
        <dsp:cNvSpPr/>
      </dsp:nvSpPr>
      <dsp:spPr>
        <a:xfrm>
          <a:off x="5105272" y="2557370"/>
          <a:ext cx="21447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Checks if a user is authenticated using React Context.</a:t>
          </a:r>
        </a:p>
      </dsp:txBody>
      <dsp:txXfrm>
        <a:off x="5105272" y="2557370"/>
        <a:ext cx="21447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DE4AE6-23E0-4E7C-8855-D62129FE646D}">
      <dsp:nvSpPr>
        <dsp:cNvPr id="0" name=""/>
        <dsp:cNvSpPr/>
      </dsp:nvSpPr>
      <dsp:spPr>
        <a:xfrm>
          <a:off x="363073" y="0"/>
          <a:ext cx="2857499" cy="17144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• Renders a Logout button for authenticated users.</a:t>
          </a:r>
        </a:p>
      </dsp:txBody>
      <dsp:txXfrm>
        <a:off x="413289" y="50216"/>
        <a:ext cx="2757067" cy="1614067"/>
      </dsp:txXfrm>
    </dsp:sp>
    <dsp:sp modelId="{28AB4DF4-D7A9-4E0C-A891-3E7AA2879F77}">
      <dsp:nvSpPr>
        <dsp:cNvPr id="0" name=""/>
        <dsp:cNvSpPr/>
      </dsp:nvSpPr>
      <dsp:spPr>
        <a:xfrm rot="8011">
          <a:off x="3438507" y="507368"/>
          <a:ext cx="525024" cy="7086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3438507" y="648916"/>
        <a:ext cx="367517" cy="425196"/>
      </dsp:txXfrm>
    </dsp:sp>
    <dsp:sp modelId="{3385AC4F-0998-49D8-8D20-59EA8AC29AE3}">
      <dsp:nvSpPr>
        <dsp:cNvPr id="0" name=""/>
        <dsp:cNvSpPr/>
      </dsp:nvSpPr>
      <dsp:spPr>
        <a:xfrm>
          <a:off x="4211183" y="8966"/>
          <a:ext cx="2857499" cy="17144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• Shows Login link for unauthenticated users.</a:t>
          </a:r>
        </a:p>
      </dsp:txBody>
      <dsp:txXfrm>
        <a:off x="4261399" y="59182"/>
        <a:ext cx="2757067" cy="1614067"/>
      </dsp:txXfrm>
    </dsp:sp>
    <dsp:sp modelId="{41701F14-E5F5-4866-A092-A0FF8E595765}">
      <dsp:nvSpPr>
        <dsp:cNvPr id="0" name=""/>
        <dsp:cNvSpPr/>
      </dsp:nvSpPr>
      <dsp:spPr>
        <a:xfrm rot="5365716">
          <a:off x="5393085" y="1845227"/>
          <a:ext cx="520290" cy="7086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-5400000">
        <a:off x="5439854" y="1939415"/>
        <a:ext cx="425196" cy="364203"/>
      </dsp:txXfrm>
    </dsp:sp>
    <dsp:sp modelId="{4C5CB6C0-41B7-4E7E-A7E3-7ECC3A9FF6B4}">
      <dsp:nvSpPr>
        <dsp:cNvPr id="0" name=""/>
        <dsp:cNvSpPr/>
      </dsp:nvSpPr>
      <dsp:spPr>
        <a:xfrm>
          <a:off x="4238072" y="2705098"/>
          <a:ext cx="2857499" cy="17144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Handles Logout functionality using Axios GET request.</a:t>
          </a:r>
        </a:p>
      </dsp:txBody>
      <dsp:txXfrm>
        <a:off x="4288288" y="2755314"/>
        <a:ext cx="2757067" cy="161406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A146FD-BAB1-4E92-B9B7-EE0023C5E7CB}">
      <dsp:nvSpPr>
        <dsp:cNvPr id="0" name=""/>
        <dsp:cNvSpPr/>
      </dsp:nvSpPr>
      <dsp:spPr>
        <a:xfrm>
          <a:off x="1319709" y="383506"/>
          <a:ext cx="751464" cy="75146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85DCB4-3C7D-4252-A92B-F2CDBCE7307E}">
      <dsp:nvSpPr>
        <dsp:cNvPr id="0" name=""/>
        <dsp:cNvSpPr/>
      </dsp:nvSpPr>
      <dsp:spPr>
        <a:xfrm>
          <a:off x="860480" y="1409291"/>
          <a:ext cx="1669921" cy="667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React.js for building the user interface.</a:t>
          </a:r>
        </a:p>
      </dsp:txBody>
      <dsp:txXfrm>
        <a:off x="860480" y="1409291"/>
        <a:ext cx="1669921" cy="667968"/>
      </dsp:txXfrm>
    </dsp:sp>
    <dsp:sp modelId="{CCE47C58-28E5-4566-8A62-362A617835F4}">
      <dsp:nvSpPr>
        <dsp:cNvPr id="0" name=""/>
        <dsp:cNvSpPr/>
      </dsp:nvSpPr>
      <dsp:spPr>
        <a:xfrm>
          <a:off x="3281867" y="383506"/>
          <a:ext cx="751464" cy="75146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CDF828-4818-40AE-9059-65EA60734217}">
      <dsp:nvSpPr>
        <dsp:cNvPr id="0" name=""/>
        <dsp:cNvSpPr/>
      </dsp:nvSpPr>
      <dsp:spPr>
        <a:xfrm>
          <a:off x="2822639" y="1409291"/>
          <a:ext cx="1669921" cy="667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React Context for managing global state.</a:t>
          </a:r>
        </a:p>
      </dsp:txBody>
      <dsp:txXfrm>
        <a:off x="2822639" y="1409291"/>
        <a:ext cx="1669921" cy="667968"/>
      </dsp:txXfrm>
    </dsp:sp>
    <dsp:sp modelId="{D7DA1820-1153-4132-B1FA-9D64A0703AB1}">
      <dsp:nvSpPr>
        <dsp:cNvPr id="0" name=""/>
        <dsp:cNvSpPr/>
      </dsp:nvSpPr>
      <dsp:spPr>
        <a:xfrm>
          <a:off x="5244025" y="383506"/>
          <a:ext cx="751464" cy="75146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DC8A65-1FEE-4E88-AB0D-D753BC06A150}">
      <dsp:nvSpPr>
        <dsp:cNvPr id="0" name=""/>
        <dsp:cNvSpPr/>
      </dsp:nvSpPr>
      <dsp:spPr>
        <a:xfrm>
          <a:off x="4784797" y="1409291"/>
          <a:ext cx="1669921" cy="667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Axios for handling API requests (GET, POST).</a:t>
          </a:r>
        </a:p>
      </dsp:txBody>
      <dsp:txXfrm>
        <a:off x="4784797" y="1409291"/>
        <a:ext cx="1669921" cy="667968"/>
      </dsp:txXfrm>
    </dsp:sp>
    <dsp:sp modelId="{39241329-B62D-4458-AB44-B515339D3330}">
      <dsp:nvSpPr>
        <dsp:cNvPr id="0" name=""/>
        <dsp:cNvSpPr/>
      </dsp:nvSpPr>
      <dsp:spPr>
        <a:xfrm>
          <a:off x="2300788" y="2494740"/>
          <a:ext cx="751464" cy="75146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22346F-7C49-4C67-AA15-6F2F8E0F8F02}">
      <dsp:nvSpPr>
        <dsp:cNvPr id="0" name=""/>
        <dsp:cNvSpPr/>
      </dsp:nvSpPr>
      <dsp:spPr>
        <a:xfrm>
          <a:off x="1841559" y="3520525"/>
          <a:ext cx="1669921" cy="667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React Router for navigation between pages.</a:t>
          </a:r>
        </a:p>
      </dsp:txBody>
      <dsp:txXfrm>
        <a:off x="1841559" y="3520525"/>
        <a:ext cx="1669921" cy="667968"/>
      </dsp:txXfrm>
    </dsp:sp>
    <dsp:sp modelId="{3826F3A9-38FC-4F6B-8EE9-5DE436019620}">
      <dsp:nvSpPr>
        <dsp:cNvPr id="0" name=""/>
        <dsp:cNvSpPr/>
      </dsp:nvSpPr>
      <dsp:spPr>
        <a:xfrm>
          <a:off x="4262946" y="2494740"/>
          <a:ext cx="751464" cy="75146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67386E-30BF-4D17-A5FE-5FC01EF0B879}">
      <dsp:nvSpPr>
        <dsp:cNvPr id="0" name=""/>
        <dsp:cNvSpPr/>
      </dsp:nvSpPr>
      <dsp:spPr>
        <a:xfrm>
          <a:off x="3803718" y="3520525"/>
          <a:ext cx="1669921" cy="667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'react-toastify' for user-friendly notifications.</a:t>
          </a:r>
        </a:p>
      </dsp:txBody>
      <dsp:txXfrm>
        <a:off x="3803718" y="3520525"/>
        <a:ext cx="1669921" cy="66796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F9CCCD-D766-43FF-BC77-3B216E18B071}">
      <dsp:nvSpPr>
        <dsp:cNvPr id="0" name=""/>
        <dsp:cNvSpPr/>
      </dsp:nvSpPr>
      <dsp:spPr>
        <a:xfrm>
          <a:off x="10493" y="931716"/>
          <a:ext cx="965664" cy="96566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83BE7F-5A2D-4D5B-8851-380F86609121}">
      <dsp:nvSpPr>
        <dsp:cNvPr id="0" name=""/>
        <dsp:cNvSpPr/>
      </dsp:nvSpPr>
      <dsp:spPr>
        <a:xfrm>
          <a:off x="213283" y="1134505"/>
          <a:ext cx="560085" cy="5600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FA92ED-39FA-4EAB-B54D-9F893C9AA427}">
      <dsp:nvSpPr>
        <dsp:cNvPr id="0" name=""/>
        <dsp:cNvSpPr/>
      </dsp:nvSpPr>
      <dsp:spPr>
        <a:xfrm>
          <a:off x="1183086" y="931716"/>
          <a:ext cx="2276207" cy="965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Code structure ensures modularity and reusability.</a:t>
          </a:r>
        </a:p>
      </dsp:txBody>
      <dsp:txXfrm>
        <a:off x="1183086" y="931716"/>
        <a:ext cx="2276207" cy="965664"/>
      </dsp:txXfrm>
    </dsp:sp>
    <dsp:sp modelId="{EFA8BA01-D509-4F2E-962D-F6BA9FE7B30D}">
      <dsp:nvSpPr>
        <dsp:cNvPr id="0" name=""/>
        <dsp:cNvSpPr/>
      </dsp:nvSpPr>
      <dsp:spPr>
        <a:xfrm>
          <a:off x="3855906" y="931716"/>
          <a:ext cx="965664" cy="96566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CC49DE-4773-4E68-8C0A-75A0B888CB9F}">
      <dsp:nvSpPr>
        <dsp:cNvPr id="0" name=""/>
        <dsp:cNvSpPr/>
      </dsp:nvSpPr>
      <dsp:spPr>
        <a:xfrm>
          <a:off x="4058695" y="1134505"/>
          <a:ext cx="560085" cy="5600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EC9A7C-CF75-46EB-AE2E-FD640DCC8314}">
      <dsp:nvSpPr>
        <dsp:cNvPr id="0" name=""/>
        <dsp:cNvSpPr/>
      </dsp:nvSpPr>
      <dsp:spPr>
        <a:xfrm>
          <a:off x="5028498" y="931716"/>
          <a:ext cx="2276207" cy="965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Global state management simplifies authentication handling.</a:t>
          </a:r>
        </a:p>
      </dsp:txBody>
      <dsp:txXfrm>
        <a:off x="5028498" y="931716"/>
        <a:ext cx="2276207" cy="965664"/>
      </dsp:txXfrm>
    </dsp:sp>
    <dsp:sp modelId="{D98C2242-5F93-449C-931F-AF1DFA3FA2AC}">
      <dsp:nvSpPr>
        <dsp:cNvPr id="0" name=""/>
        <dsp:cNvSpPr/>
      </dsp:nvSpPr>
      <dsp:spPr>
        <a:xfrm>
          <a:off x="10493" y="2674620"/>
          <a:ext cx="965664" cy="96566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2C532E-EAB4-4408-84A3-04520A0EDFDC}">
      <dsp:nvSpPr>
        <dsp:cNvPr id="0" name=""/>
        <dsp:cNvSpPr/>
      </dsp:nvSpPr>
      <dsp:spPr>
        <a:xfrm>
          <a:off x="213283" y="2877409"/>
          <a:ext cx="560085" cy="56008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2E0749-54A9-4E56-B126-38FA94F1871C}">
      <dsp:nvSpPr>
        <dsp:cNvPr id="0" name=""/>
        <dsp:cNvSpPr/>
      </dsp:nvSpPr>
      <dsp:spPr>
        <a:xfrm>
          <a:off x="1183086" y="2674620"/>
          <a:ext cx="2276207" cy="965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Forms are dynamic, user-friendly, and integrated with APIs.</a:t>
          </a:r>
        </a:p>
      </dsp:txBody>
      <dsp:txXfrm>
        <a:off x="1183086" y="2674620"/>
        <a:ext cx="2276207" cy="965664"/>
      </dsp:txXfrm>
    </dsp:sp>
    <dsp:sp modelId="{A2B985ED-1FA9-40B0-9958-C3395885BFC3}">
      <dsp:nvSpPr>
        <dsp:cNvPr id="0" name=""/>
        <dsp:cNvSpPr/>
      </dsp:nvSpPr>
      <dsp:spPr>
        <a:xfrm>
          <a:off x="3855906" y="2674620"/>
          <a:ext cx="965664" cy="96566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A3CEE4-261F-401E-AB2E-9C7BEDC2EE0F}">
      <dsp:nvSpPr>
        <dsp:cNvPr id="0" name=""/>
        <dsp:cNvSpPr/>
      </dsp:nvSpPr>
      <dsp:spPr>
        <a:xfrm>
          <a:off x="4058695" y="2877409"/>
          <a:ext cx="560085" cy="56008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BDC0C6-C3D6-453D-9AFC-1E1ED0305C43}">
      <dsp:nvSpPr>
        <dsp:cNvPr id="0" name=""/>
        <dsp:cNvSpPr/>
      </dsp:nvSpPr>
      <dsp:spPr>
        <a:xfrm>
          <a:off x="5028498" y="2674620"/>
          <a:ext cx="2276207" cy="965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Next Steps: Add form validations and enhance UI responsiveness.</a:t>
          </a:r>
        </a:p>
      </dsp:txBody>
      <dsp:txXfrm>
        <a:off x="5028498" y="2674620"/>
        <a:ext cx="2276207" cy="9656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06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20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452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127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723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27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424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829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753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519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397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1395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5450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442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9642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2298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767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3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02E8BD2A-4014-4DC6-A228-4ECE6A0AA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3896CA42-3323-41E5-B809-CD790B2AA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EA2FE539-0B6F-4FAE-A391-B46476F46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D5A14FB-50A2-4964-8B07-EE40D1CE0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FD63331C-DD2E-43D8-9511-B44EC057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4578" y="437513"/>
            <a:ext cx="4674298" cy="5954325"/>
          </a:xfrm>
        </p:spPr>
        <p:txBody>
          <a:bodyPr anchor="ctr">
            <a:normAutofit/>
          </a:bodyPr>
          <a:lstStyle/>
          <a:p>
            <a:r>
              <a:rPr lang="en-US" sz="5700"/>
              <a:t>Medical Website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8442" y="1172776"/>
            <a:ext cx="2467693" cy="4512448"/>
          </a:xfrm>
        </p:spPr>
        <p:txBody>
          <a:bodyPr anchor="ctr">
            <a:normAutofit/>
          </a:bodyPr>
          <a:lstStyle/>
          <a:p>
            <a:r>
              <a:rPr lang="en-US" sz="2100">
                <a:solidFill>
                  <a:schemeClr val="tx1"/>
                </a:solidFill>
              </a:rPr>
              <a:t>A breakdown of main.jsx, AppointmentForm.jsx, and Navbar.jsx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/>
            </a:pPr>
            <a:r>
              <a:t>React Context Setup -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/>
            </a:pPr>
            <a:r>
              <a:t>File: main.jsx</a:t>
            </a:r>
          </a:p>
        </p:txBody>
      </p:sp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F6CD50D2-9C96-925C-6C21-1B8E07663B47}"/>
              </a:ext>
            </a:extLst>
          </p:cNvPr>
          <p:cNvGraphicFramePr/>
          <p:nvPr/>
        </p:nvGraphicFramePr>
        <p:xfrm>
          <a:off x="866440" y="2483224"/>
          <a:ext cx="73152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/>
            </a:pPr>
            <a:r>
              <a:rPr dirty="0"/>
              <a:t>React Context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/>
            </a:pPr>
            <a:r>
              <a:t>File: main.jsx</a:t>
            </a:r>
          </a:p>
        </p:txBody>
      </p:sp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814D437C-3356-756A-A11E-48F31337A108}"/>
              </a:ext>
            </a:extLst>
          </p:cNvPr>
          <p:cNvGraphicFramePr/>
          <p:nvPr/>
        </p:nvGraphicFramePr>
        <p:xfrm>
          <a:off x="914400" y="2294965"/>
          <a:ext cx="73152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/>
            </a:pPr>
            <a:r>
              <a:t>Appointment Form -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/>
            </a:pPr>
            <a:r>
              <a:t>File: AppointmentForm.jsx</a:t>
            </a:r>
          </a:p>
        </p:txBody>
      </p:sp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FF7A4F17-FC68-6124-C574-3211F78A88DE}"/>
              </a:ext>
            </a:extLst>
          </p:cNvPr>
          <p:cNvGraphicFramePr/>
          <p:nvPr/>
        </p:nvGraphicFramePr>
        <p:xfrm>
          <a:off x="914400" y="1371600"/>
          <a:ext cx="73152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/>
            </a:pPr>
            <a:r>
              <a:t>Appointment Form - Functionality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/>
            </a:pPr>
            <a:r>
              <a:t>File: AppointmentForm.jsx</a:t>
            </a:r>
          </a:p>
        </p:txBody>
      </p:sp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16C19277-44D8-4D80-5EF5-83049CBE7F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4761027"/>
              </p:ext>
            </p:extLst>
          </p:nvPr>
        </p:nvGraphicFramePr>
        <p:xfrm>
          <a:off x="914400" y="2196353"/>
          <a:ext cx="73152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/>
            </a:pPr>
            <a:r>
              <a:t>Appointment Form - Doctor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/>
            </a:pPr>
            <a:r>
              <a:t>File: AppointmentForm.jsx</a:t>
            </a:r>
          </a:p>
        </p:txBody>
      </p:sp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AB9D9CBB-AF08-154C-9D23-8DE15F8B0635}"/>
              </a:ext>
            </a:extLst>
          </p:cNvPr>
          <p:cNvGraphicFramePr/>
          <p:nvPr/>
        </p:nvGraphicFramePr>
        <p:xfrm>
          <a:off x="914400" y="1371600"/>
          <a:ext cx="73152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/>
            </a:pPr>
            <a:r>
              <a:t>Navbar Component -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/>
            </a:pPr>
            <a:r>
              <a:t>File: Navbar.jsx</a:t>
            </a:r>
          </a:p>
        </p:txBody>
      </p:sp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89E3AFA5-CF1A-AE16-F99C-7AC454EF66AA}"/>
              </a:ext>
            </a:extLst>
          </p:cNvPr>
          <p:cNvGraphicFramePr/>
          <p:nvPr/>
        </p:nvGraphicFramePr>
        <p:xfrm>
          <a:off x="914400" y="1371600"/>
          <a:ext cx="73152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/>
            </a:pPr>
            <a:r>
              <a:t>Navbar Component - Conditional Rendering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/>
            </a:pPr>
            <a:r>
              <a:t>File: Navbar.jsx</a:t>
            </a:r>
          </a:p>
        </p:txBody>
      </p:sp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2EF7476D-5B45-E8F4-716C-5D8C29B334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0386803"/>
              </p:ext>
            </p:extLst>
          </p:nvPr>
        </p:nvGraphicFramePr>
        <p:xfrm>
          <a:off x="914400" y="2286000"/>
          <a:ext cx="73152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/>
            </a:pPr>
            <a:r>
              <a:t>Key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/>
            </a:pPr>
            <a:r>
              <a:t>File: main.jsx, AppointmentForm.jsx, Navbar.jsx</a:t>
            </a:r>
          </a:p>
        </p:txBody>
      </p:sp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10736423-2E26-A3E5-0164-67F959278A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7003024"/>
              </p:ext>
            </p:extLst>
          </p:nvPr>
        </p:nvGraphicFramePr>
        <p:xfrm>
          <a:off x="914400" y="1873624"/>
          <a:ext cx="73152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/>
            </a:pPr>
            <a:r>
              <a:t>Conclusion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/>
            </a:pPr>
            <a:r>
              <a:t>File: Codebase Summary</a:t>
            </a:r>
          </a:p>
        </p:txBody>
      </p:sp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3BA754B8-9B91-868B-094C-919680C04281}"/>
              </a:ext>
            </a:extLst>
          </p:cNvPr>
          <p:cNvGraphicFramePr/>
          <p:nvPr/>
        </p:nvGraphicFramePr>
        <p:xfrm>
          <a:off x="914400" y="1371600"/>
          <a:ext cx="73152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</TotalTime>
  <Words>427</Words>
  <Application>Microsoft Office PowerPoint</Application>
  <PresentationFormat>On-screen Show (4:3)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 Boardroom</vt:lpstr>
      <vt:lpstr>Medical Website Presentation</vt:lpstr>
      <vt:lpstr>React Context Setup - Part 1</vt:lpstr>
      <vt:lpstr>React Context Setup</vt:lpstr>
      <vt:lpstr>Appointment Form - Overview</vt:lpstr>
      <vt:lpstr>Appointment Form - Functionality</vt:lpstr>
      <vt:lpstr>Appointment Form - Doctor Selection</vt:lpstr>
      <vt:lpstr>Navbar Component - Overview</vt:lpstr>
      <vt:lpstr>Navbar Component - Conditional Rendering</vt:lpstr>
      <vt:lpstr>Key Technologies Used</vt:lpstr>
      <vt:lpstr>Conclusion and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youssef sherif</cp:lastModifiedBy>
  <cp:revision>2</cp:revision>
  <dcterms:created xsi:type="dcterms:W3CDTF">2013-01-27T09:14:16Z</dcterms:created>
  <dcterms:modified xsi:type="dcterms:W3CDTF">2024-12-17T19:13:54Z</dcterms:modified>
  <cp:category/>
</cp:coreProperties>
</file>